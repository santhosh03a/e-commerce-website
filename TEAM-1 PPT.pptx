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3" r:id="rId1"/>
  </p:sldMasterIdLst>
  <p:sldIdLst>
    <p:sldId id="256" r:id="rId2"/>
    <p:sldId id="257" r:id="rId3"/>
    <p:sldId id="269" r:id="rId4"/>
    <p:sldId id="259" r:id="rId5"/>
    <p:sldId id="266" r:id="rId6"/>
    <p:sldId id="261" r:id="rId7"/>
    <p:sldId id="270" r:id="rId8"/>
    <p:sldId id="271" r:id="rId9"/>
    <p:sldId id="267"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9C0755-7C91-4863-AF1B-DE980E3316CF}" v="96" dt="2021-11-16T04:00:34.619"/>
    <p1510:client id="{254CC400-0EAB-4DEB-AA77-33E7468470BB}" v="14" dt="2021-11-16T04:51:23.276"/>
    <p1510:client id="{33F4F5FC-8B9B-4ACF-B3F3-CC41D1C9CF01}" v="1022" dt="2021-11-15T15:48:35.812"/>
    <p1510:client id="{4AD88473-5CBC-47D7-807B-0901194719C3}" v="63" dt="2021-11-16T03:55:44.277"/>
    <p1510:client id="{58AD9E7A-93A4-486B-B553-E85C586CF23E}" v="15" dt="2021-11-16T05:31:38.825"/>
    <p1510:client id="{C8EF3D1E-5A9E-4144-BB0E-47E1FBAEFAC5}" v="579" dt="2021-11-16T04:44:16.073"/>
    <p1510:client id="{ED3EF411-DD56-4228-961F-C0625AC06600}" v="182" dt="2021-11-16T05:27:25.0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4" autoAdjust="0"/>
    <p:restoredTop sz="94660"/>
  </p:normalViewPr>
  <p:slideViewPr>
    <p:cSldViewPr snapToGrid="0">
      <p:cViewPr varScale="1">
        <p:scale>
          <a:sx n="71" d="100"/>
          <a:sy n="71" d="100"/>
        </p:scale>
        <p:origin x="66" y="7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nu Lokesh" userId="S::thanu_lokesh@thbs.com::4f05df37-b4cf-4b07-8794-a6bbcef0fe09" providerId="AD" clId="Web-{33F4F5FC-8B9B-4ACF-B3F3-CC41D1C9CF01}"/>
    <pc:docChg chg="addSld delSld modSld addMainMaster delMainMaster">
      <pc:chgData name="Thanu Lokesh" userId="S::thanu_lokesh@thbs.com::4f05df37-b4cf-4b07-8794-a6bbcef0fe09" providerId="AD" clId="Web-{33F4F5FC-8B9B-4ACF-B3F3-CC41D1C9CF01}" dt="2021-11-15T15:48:35.812" v="1008" actId="20577"/>
      <pc:docMkLst>
        <pc:docMk/>
      </pc:docMkLst>
      <pc:sldChg chg="addSp modSp mod setBg modClrScheme chgLayout">
        <pc:chgData name="Thanu Lokesh" userId="S::thanu_lokesh@thbs.com::4f05df37-b4cf-4b07-8794-a6bbcef0fe09" providerId="AD" clId="Web-{33F4F5FC-8B9B-4ACF-B3F3-CC41D1C9CF01}" dt="2021-11-15T15:13:46.233" v="123" actId="20577"/>
        <pc:sldMkLst>
          <pc:docMk/>
          <pc:sldMk cId="2299734367" sldId="256"/>
        </pc:sldMkLst>
        <pc:spChg chg="mod">
          <ac:chgData name="Thanu Lokesh" userId="S::thanu_lokesh@thbs.com::4f05df37-b4cf-4b07-8794-a6bbcef0fe09" providerId="AD" clId="Web-{33F4F5FC-8B9B-4ACF-B3F3-CC41D1C9CF01}" dt="2021-11-15T15:07:34.629" v="65" actId="20577"/>
          <ac:spMkLst>
            <pc:docMk/>
            <pc:sldMk cId="2299734367" sldId="256"/>
            <ac:spMk id="2" creationId="{00000000-0000-0000-0000-000000000000}"/>
          </ac:spMkLst>
        </pc:spChg>
        <pc:spChg chg="mod">
          <ac:chgData name="Thanu Lokesh" userId="S::thanu_lokesh@thbs.com::4f05df37-b4cf-4b07-8794-a6bbcef0fe09" providerId="AD" clId="Web-{33F4F5FC-8B9B-4ACF-B3F3-CC41D1C9CF01}" dt="2021-11-15T15:13:46.233" v="123" actId="20577"/>
          <ac:spMkLst>
            <pc:docMk/>
            <pc:sldMk cId="2299734367" sldId="256"/>
            <ac:spMk id="3" creationId="{00000000-0000-0000-0000-000000000000}"/>
          </ac:spMkLst>
        </pc:spChg>
        <pc:spChg chg="add">
          <ac:chgData name="Thanu Lokesh" userId="S::thanu_lokesh@thbs.com::4f05df37-b4cf-4b07-8794-a6bbcef0fe09" providerId="AD" clId="Web-{33F4F5FC-8B9B-4ACF-B3F3-CC41D1C9CF01}" dt="2021-11-15T15:00:30.929" v="0"/>
          <ac:spMkLst>
            <pc:docMk/>
            <pc:sldMk cId="2299734367" sldId="256"/>
            <ac:spMk id="8" creationId="{1BF0D3EE-070A-4852-8B5A-AA44D3E8164E}"/>
          </ac:spMkLst>
        </pc:spChg>
        <pc:spChg chg="add">
          <ac:chgData name="Thanu Lokesh" userId="S::thanu_lokesh@thbs.com::4f05df37-b4cf-4b07-8794-a6bbcef0fe09" providerId="AD" clId="Web-{33F4F5FC-8B9B-4ACF-B3F3-CC41D1C9CF01}" dt="2021-11-15T15:00:30.929" v="0"/>
          <ac:spMkLst>
            <pc:docMk/>
            <pc:sldMk cId="2299734367" sldId="256"/>
            <ac:spMk id="10" creationId="{96F84D80-35B1-45B0-84DF-5743E83EE21F}"/>
          </ac:spMkLst>
        </pc:spChg>
        <pc:spChg chg="add">
          <ac:chgData name="Thanu Lokesh" userId="S::thanu_lokesh@thbs.com::4f05df37-b4cf-4b07-8794-a6bbcef0fe09" providerId="AD" clId="Web-{33F4F5FC-8B9B-4ACF-B3F3-CC41D1C9CF01}" dt="2021-11-15T15:00:30.929" v="0"/>
          <ac:spMkLst>
            <pc:docMk/>
            <pc:sldMk cId="2299734367" sldId="256"/>
            <ac:spMk id="12" creationId="{AC425E51-0F1B-4840-982B-B92C28F427F0}"/>
          </ac:spMkLst>
        </pc:spChg>
        <pc:spChg chg="add">
          <ac:chgData name="Thanu Lokesh" userId="S::thanu_lokesh@thbs.com::4f05df37-b4cf-4b07-8794-a6bbcef0fe09" providerId="AD" clId="Web-{33F4F5FC-8B9B-4ACF-B3F3-CC41D1C9CF01}" dt="2021-11-15T15:00:30.929" v="0"/>
          <ac:spMkLst>
            <pc:docMk/>
            <pc:sldMk cId="2299734367" sldId="256"/>
            <ac:spMk id="14" creationId="{023EDB88-A5F6-4BA8-9DFE-7C07E5A06992}"/>
          </ac:spMkLst>
        </pc:spChg>
        <pc:spChg chg="add">
          <ac:chgData name="Thanu Lokesh" userId="S::thanu_lokesh@thbs.com::4f05df37-b4cf-4b07-8794-a6bbcef0fe09" providerId="AD" clId="Web-{33F4F5FC-8B9B-4ACF-B3F3-CC41D1C9CF01}" dt="2021-11-15T15:00:30.929" v="0"/>
          <ac:spMkLst>
            <pc:docMk/>
            <pc:sldMk cId="2299734367" sldId="256"/>
            <ac:spMk id="16" creationId="{569F247B-257A-498F-9D12-D98D33DB6AEC}"/>
          </ac:spMkLst>
        </pc:spChg>
      </pc:sldChg>
      <pc:sldChg chg="addSp modSp new mod setBg">
        <pc:chgData name="Thanu Lokesh" userId="S::thanu_lokesh@thbs.com::4f05df37-b4cf-4b07-8794-a6bbcef0fe09" providerId="AD" clId="Web-{33F4F5FC-8B9B-4ACF-B3F3-CC41D1C9CF01}" dt="2021-11-15T15:34:41.349" v="800" actId="1076"/>
        <pc:sldMkLst>
          <pc:docMk/>
          <pc:sldMk cId="2313532272" sldId="257"/>
        </pc:sldMkLst>
        <pc:spChg chg="mod">
          <ac:chgData name="Thanu Lokesh" userId="S::thanu_lokesh@thbs.com::4f05df37-b4cf-4b07-8794-a6bbcef0fe09" providerId="AD" clId="Web-{33F4F5FC-8B9B-4ACF-B3F3-CC41D1C9CF01}" dt="2021-11-15T15:09:51.826" v="82"/>
          <ac:spMkLst>
            <pc:docMk/>
            <pc:sldMk cId="2313532272" sldId="257"/>
            <ac:spMk id="2" creationId="{D14354DE-21BA-495E-9796-EE0BFE355883}"/>
          </ac:spMkLst>
        </pc:spChg>
        <pc:spChg chg="mod">
          <ac:chgData name="Thanu Lokesh" userId="S::thanu_lokesh@thbs.com::4f05df37-b4cf-4b07-8794-a6bbcef0fe09" providerId="AD" clId="Web-{33F4F5FC-8B9B-4ACF-B3F3-CC41D1C9CF01}" dt="2021-11-15T15:34:41.349" v="800" actId="1076"/>
          <ac:spMkLst>
            <pc:docMk/>
            <pc:sldMk cId="2313532272" sldId="257"/>
            <ac:spMk id="3" creationId="{F3BF3C87-EB53-4DF2-8FC2-77B09D4C0FA9}"/>
          </ac:spMkLst>
        </pc:spChg>
        <pc:spChg chg="add">
          <ac:chgData name="Thanu Lokesh" userId="S::thanu_lokesh@thbs.com::4f05df37-b4cf-4b07-8794-a6bbcef0fe09" providerId="AD" clId="Web-{33F4F5FC-8B9B-4ACF-B3F3-CC41D1C9CF01}" dt="2021-11-15T15:09:51.826" v="82"/>
          <ac:spMkLst>
            <pc:docMk/>
            <pc:sldMk cId="2313532272" sldId="257"/>
            <ac:spMk id="9" creationId="{F09CA6CC-C9DF-440F-BE30-1167A9211C99}"/>
          </ac:spMkLst>
        </pc:spChg>
        <pc:spChg chg="add">
          <ac:chgData name="Thanu Lokesh" userId="S::thanu_lokesh@thbs.com::4f05df37-b4cf-4b07-8794-a6bbcef0fe09" providerId="AD" clId="Web-{33F4F5FC-8B9B-4ACF-B3F3-CC41D1C9CF01}" dt="2021-11-15T15:09:51.826" v="82"/>
          <ac:spMkLst>
            <pc:docMk/>
            <pc:sldMk cId="2313532272" sldId="257"/>
            <ac:spMk id="11" creationId="{6F82D7C3-4329-485C-9C81-FB5BA3FA96DF}"/>
          </ac:spMkLst>
        </pc:spChg>
        <pc:spChg chg="add">
          <ac:chgData name="Thanu Lokesh" userId="S::thanu_lokesh@thbs.com::4f05df37-b4cf-4b07-8794-a6bbcef0fe09" providerId="AD" clId="Web-{33F4F5FC-8B9B-4ACF-B3F3-CC41D1C9CF01}" dt="2021-11-15T15:09:51.826" v="82"/>
          <ac:spMkLst>
            <pc:docMk/>
            <pc:sldMk cId="2313532272" sldId="257"/>
            <ac:spMk id="13" creationId="{B4A844BD-14AA-428F-A577-AF00BC3747EA}"/>
          </ac:spMkLst>
        </pc:spChg>
        <pc:spChg chg="add">
          <ac:chgData name="Thanu Lokesh" userId="S::thanu_lokesh@thbs.com::4f05df37-b4cf-4b07-8794-a6bbcef0fe09" providerId="AD" clId="Web-{33F4F5FC-8B9B-4ACF-B3F3-CC41D1C9CF01}" dt="2021-11-15T15:09:51.826" v="82"/>
          <ac:spMkLst>
            <pc:docMk/>
            <pc:sldMk cId="2313532272" sldId="257"/>
            <ac:spMk id="15" creationId="{B5E57564-AF5B-45C2-9B42-165C77BE88F2}"/>
          </ac:spMkLst>
        </pc:spChg>
        <pc:picChg chg="add">
          <ac:chgData name="Thanu Lokesh" userId="S::thanu_lokesh@thbs.com::4f05df37-b4cf-4b07-8794-a6bbcef0fe09" providerId="AD" clId="Web-{33F4F5FC-8B9B-4ACF-B3F3-CC41D1C9CF01}" dt="2021-11-15T15:09:51.826" v="82"/>
          <ac:picMkLst>
            <pc:docMk/>
            <pc:sldMk cId="2313532272" sldId="257"/>
            <ac:picMk id="5" creationId="{0C254472-BC3A-49BC-87F8-1AE85C1DC5FD}"/>
          </ac:picMkLst>
        </pc:picChg>
      </pc:sldChg>
      <pc:sldChg chg="modSp new">
        <pc:chgData name="Thanu Lokesh" userId="S::thanu_lokesh@thbs.com::4f05df37-b4cf-4b07-8794-a6bbcef0fe09" providerId="AD" clId="Web-{33F4F5FC-8B9B-4ACF-B3F3-CC41D1C9CF01}" dt="2021-11-15T15:17:36.389" v="246" actId="20577"/>
        <pc:sldMkLst>
          <pc:docMk/>
          <pc:sldMk cId="1553187906" sldId="258"/>
        </pc:sldMkLst>
        <pc:spChg chg="mod">
          <ac:chgData name="Thanu Lokesh" userId="S::thanu_lokesh@thbs.com::4f05df37-b4cf-4b07-8794-a6bbcef0fe09" providerId="AD" clId="Web-{33F4F5FC-8B9B-4ACF-B3F3-CC41D1C9CF01}" dt="2021-11-15T15:15:25.974" v="170" actId="20577"/>
          <ac:spMkLst>
            <pc:docMk/>
            <pc:sldMk cId="1553187906" sldId="258"/>
            <ac:spMk id="2" creationId="{CFA74438-8644-4EC6-B578-9C03E894EAE3}"/>
          </ac:spMkLst>
        </pc:spChg>
        <pc:spChg chg="mod">
          <ac:chgData name="Thanu Lokesh" userId="S::thanu_lokesh@thbs.com::4f05df37-b4cf-4b07-8794-a6bbcef0fe09" providerId="AD" clId="Web-{33F4F5FC-8B9B-4ACF-B3F3-CC41D1C9CF01}" dt="2021-11-15T15:17:36.389" v="246" actId="20577"/>
          <ac:spMkLst>
            <pc:docMk/>
            <pc:sldMk cId="1553187906" sldId="258"/>
            <ac:spMk id="3" creationId="{5145A80A-446C-4616-BEE6-CEC5FB1C4A05}"/>
          </ac:spMkLst>
        </pc:spChg>
      </pc:sldChg>
      <pc:sldChg chg="modSp new">
        <pc:chgData name="Thanu Lokesh" userId="S::thanu_lokesh@thbs.com::4f05df37-b4cf-4b07-8794-a6bbcef0fe09" providerId="AD" clId="Web-{33F4F5FC-8B9B-4ACF-B3F3-CC41D1C9CF01}" dt="2021-11-15T15:31:35.727" v="772" actId="20577"/>
        <pc:sldMkLst>
          <pc:docMk/>
          <pc:sldMk cId="1111975721" sldId="259"/>
        </pc:sldMkLst>
        <pc:spChg chg="mod">
          <ac:chgData name="Thanu Lokesh" userId="S::thanu_lokesh@thbs.com::4f05df37-b4cf-4b07-8794-a6bbcef0fe09" providerId="AD" clId="Web-{33F4F5FC-8B9B-4ACF-B3F3-CC41D1C9CF01}" dt="2021-11-15T15:17:52.718" v="254" actId="20577"/>
          <ac:spMkLst>
            <pc:docMk/>
            <pc:sldMk cId="1111975721" sldId="259"/>
            <ac:spMk id="2" creationId="{74DC8A22-9927-4B5C-A008-B26C22EB73D9}"/>
          </ac:spMkLst>
        </pc:spChg>
        <pc:spChg chg="mod">
          <ac:chgData name="Thanu Lokesh" userId="S::thanu_lokesh@thbs.com::4f05df37-b4cf-4b07-8794-a6bbcef0fe09" providerId="AD" clId="Web-{33F4F5FC-8B9B-4ACF-B3F3-CC41D1C9CF01}" dt="2021-11-15T15:31:35.727" v="772" actId="20577"/>
          <ac:spMkLst>
            <pc:docMk/>
            <pc:sldMk cId="1111975721" sldId="259"/>
            <ac:spMk id="3" creationId="{857AF674-CD2D-4CE7-9BC1-F58921EFCB72}"/>
          </ac:spMkLst>
        </pc:spChg>
      </pc:sldChg>
      <pc:sldChg chg="modSp new">
        <pc:chgData name="Thanu Lokesh" userId="S::thanu_lokesh@thbs.com::4f05df37-b4cf-4b07-8794-a6bbcef0fe09" providerId="AD" clId="Web-{33F4F5FC-8B9B-4ACF-B3F3-CC41D1C9CF01}" dt="2021-11-15T15:31:25.836" v="769" actId="20577"/>
        <pc:sldMkLst>
          <pc:docMk/>
          <pc:sldMk cId="141688183" sldId="260"/>
        </pc:sldMkLst>
        <pc:spChg chg="mod">
          <ac:chgData name="Thanu Lokesh" userId="S::thanu_lokesh@thbs.com::4f05df37-b4cf-4b07-8794-a6bbcef0fe09" providerId="AD" clId="Web-{33F4F5FC-8B9B-4ACF-B3F3-CC41D1C9CF01}" dt="2021-11-15T15:29:05.686" v="653" actId="20577"/>
          <ac:spMkLst>
            <pc:docMk/>
            <pc:sldMk cId="141688183" sldId="260"/>
            <ac:spMk id="2" creationId="{0D73C8BF-7ECD-46BF-809F-2D5FC4EB6FD2}"/>
          </ac:spMkLst>
        </pc:spChg>
        <pc:spChg chg="mod">
          <ac:chgData name="Thanu Lokesh" userId="S::thanu_lokesh@thbs.com::4f05df37-b4cf-4b07-8794-a6bbcef0fe09" providerId="AD" clId="Web-{33F4F5FC-8B9B-4ACF-B3F3-CC41D1C9CF01}" dt="2021-11-15T15:31:25.836" v="769" actId="20577"/>
          <ac:spMkLst>
            <pc:docMk/>
            <pc:sldMk cId="141688183" sldId="260"/>
            <ac:spMk id="3" creationId="{1FBFB20B-5CD2-4EBE-9140-4ACBFB931C4A}"/>
          </ac:spMkLst>
        </pc:spChg>
      </pc:sldChg>
      <pc:sldChg chg="modSp new">
        <pc:chgData name="Thanu Lokesh" userId="S::thanu_lokesh@thbs.com::4f05df37-b4cf-4b07-8794-a6bbcef0fe09" providerId="AD" clId="Web-{33F4F5FC-8B9B-4ACF-B3F3-CC41D1C9CF01}" dt="2021-11-15T15:30:46.224" v="694" actId="20577"/>
        <pc:sldMkLst>
          <pc:docMk/>
          <pc:sldMk cId="1177309690" sldId="261"/>
        </pc:sldMkLst>
        <pc:spChg chg="mod">
          <ac:chgData name="Thanu Lokesh" userId="S::thanu_lokesh@thbs.com::4f05df37-b4cf-4b07-8794-a6bbcef0fe09" providerId="AD" clId="Web-{33F4F5FC-8B9B-4ACF-B3F3-CC41D1C9CF01}" dt="2021-11-15T15:29:43.470" v="663" actId="20577"/>
          <ac:spMkLst>
            <pc:docMk/>
            <pc:sldMk cId="1177309690" sldId="261"/>
            <ac:spMk id="2" creationId="{386ADC9A-61FB-486B-8D8C-C89BDC0B5044}"/>
          </ac:spMkLst>
        </pc:spChg>
        <pc:spChg chg="mod">
          <ac:chgData name="Thanu Lokesh" userId="S::thanu_lokesh@thbs.com::4f05df37-b4cf-4b07-8794-a6bbcef0fe09" providerId="AD" clId="Web-{33F4F5FC-8B9B-4ACF-B3F3-CC41D1C9CF01}" dt="2021-11-15T15:30:46.224" v="694" actId="20577"/>
          <ac:spMkLst>
            <pc:docMk/>
            <pc:sldMk cId="1177309690" sldId="261"/>
            <ac:spMk id="3" creationId="{C5C8E5FC-7E00-4E8A-B2E7-D741F525271A}"/>
          </ac:spMkLst>
        </pc:spChg>
      </pc:sldChg>
      <pc:sldChg chg="modSp new">
        <pc:chgData name="Thanu Lokesh" userId="S::thanu_lokesh@thbs.com::4f05df37-b4cf-4b07-8794-a6bbcef0fe09" providerId="AD" clId="Web-{33F4F5FC-8B9B-4ACF-B3F3-CC41D1C9CF01}" dt="2021-11-15T15:48:35.812" v="1008" actId="20577"/>
        <pc:sldMkLst>
          <pc:docMk/>
          <pc:sldMk cId="2988965095" sldId="262"/>
        </pc:sldMkLst>
        <pc:spChg chg="mod">
          <ac:chgData name="Thanu Lokesh" userId="S::thanu_lokesh@thbs.com::4f05df37-b4cf-4b07-8794-a6bbcef0fe09" providerId="AD" clId="Web-{33F4F5FC-8B9B-4ACF-B3F3-CC41D1C9CF01}" dt="2021-11-15T15:32:05.933" v="790" actId="20577"/>
          <ac:spMkLst>
            <pc:docMk/>
            <pc:sldMk cId="2988965095" sldId="262"/>
            <ac:spMk id="2" creationId="{684BD39E-D57C-41A1-BD16-BFA9953D02B4}"/>
          </ac:spMkLst>
        </pc:spChg>
        <pc:spChg chg="mod">
          <ac:chgData name="Thanu Lokesh" userId="S::thanu_lokesh@thbs.com::4f05df37-b4cf-4b07-8794-a6bbcef0fe09" providerId="AD" clId="Web-{33F4F5FC-8B9B-4ACF-B3F3-CC41D1C9CF01}" dt="2021-11-15T15:48:35.812" v="1008" actId="20577"/>
          <ac:spMkLst>
            <pc:docMk/>
            <pc:sldMk cId="2988965095" sldId="262"/>
            <ac:spMk id="3" creationId="{C5C1BDE9-680E-4E6F-8929-3A58A01D0F94}"/>
          </ac:spMkLst>
        </pc:spChg>
      </pc:sldChg>
      <pc:sldChg chg="modSp new">
        <pc:chgData name="Thanu Lokesh" userId="S::thanu_lokesh@thbs.com::4f05df37-b4cf-4b07-8794-a6bbcef0fe09" providerId="AD" clId="Web-{33F4F5FC-8B9B-4ACF-B3F3-CC41D1C9CF01}" dt="2021-11-15T15:40:34.577" v="808" actId="20577"/>
        <pc:sldMkLst>
          <pc:docMk/>
          <pc:sldMk cId="3221404814" sldId="263"/>
        </pc:sldMkLst>
        <pc:spChg chg="mod">
          <ac:chgData name="Thanu Lokesh" userId="S::thanu_lokesh@thbs.com::4f05df37-b4cf-4b07-8794-a6bbcef0fe09" providerId="AD" clId="Web-{33F4F5FC-8B9B-4ACF-B3F3-CC41D1C9CF01}" dt="2021-11-15T15:40:34.577" v="808" actId="20577"/>
          <ac:spMkLst>
            <pc:docMk/>
            <pc:sldMk cId="3221404814" sldId="263"/>
            <ac:spMk id="2" creationId="{B42C61FD-1E93-4224-9A31-BA3C82441211}"/>
          </ac:spMkLst>
        </pc:spChg>
      </pc:sldChg>
      <pc:sldChg chg="modSp new">
        <pc:chgData name="Thanu Lokesh" userId="S::thanu_lokesh@thbs.com::4f05df37-b4cf-4b07-8794-a6bbcef0fe09" providerId="AD" clId="Web-{33F4F5FC-8B9B-4ACF-B3F3-CC41D1C9CF01}" dt="2021-11-15T15:41:17.220" v="822" actId="20577"/>
        <pc:sldMkLst>
          <pc:docMk/>
          <pc:sldMk cId="1850765112" sldId="264"/>
        </pc:sldMkLst>
        <pc:spChg chg="mod">
          <ac:chgData name="Thanu Lokesh" userId="S::thanu_lokesh@thbs.com::4f05df37-b4cf-4b07-8794-a6bbcef0fe09" providerId="AD" clId="Web-{33F4F5FC-8B9B-4ACF-B3F3-CC41D1C9CF01}" dt="2021-11-15T15:41:17.220" v="822" actId="20577"/>
          <ac:spMkLst>
            <pc:docMk/>
            <pc:sldMk cId="1850765112" sldId="264"/>
            <ac:spMk id="2" creationId="{30D2FA59-4004-40F8-8B20-74AE3C8119EF}"/>
          </ac:spMkLst>
        </pc:spChg>
      </pc:sldChg>
      <pc:sldChg chg="new del">
        <pc:chgData name="Thanu Lokesh" userId="S::thanu_lokesh@thbs.com::4f05df37-b4cf-4b07-8794-a6bbcef0fe09" providerId="AD" clId="Web-{33F4F5FC-8B9B-4ACF-B3F3-CC41D1C9CF01}" dt="2021-11-15T15:42:25.397" v="836"/>
        <pc:sldMkLst>
          <pc:docMk/>
          <pc:sldMk cId="3321847690" sldId="265"/>
        </pc:sldMkLst>
      </pc:sldChg>
      <pc:sldChg chg="modSp new">
        <pc:chgData name="Thanu Lokesh" userId="S::thanu_lokesh@thbs.com::4f05df37-b4cf-4b07-8794-a6bbcef0fe09" providerId="AD" clId="Web-{33F4F5FC-8B9B-4ACF-B3F3-CC41D1C9CF01}" dt="2021-11-15T15:42:03.333" v="830" actId="20577"/>
        <pc:sldMkLst>
          <pc:docMk/>
          <pc:sldMk cId="3729700014" sldId="266"/>
        </pc:sldMkLst>
        <pc:spChg chg="mod">
          <ac:chgData name="Thanu Lokesh" userId="S::thanu_lokesh@thbs.com::4f05df37-b4cf-4b07-8794-a6bbcef0fe09" providerId="AD" clId="Web-{33F4F5FC-8B9B-4ACF-B3F3-CC41D1C9CF01}" dt="2021-11-15T15:42:03.333" v="830" actId="20577"/>
          <ac:spMkLst>
            <pc:docMk/>
            <pc:sldMk cId="3729700014" sldId="266"/>
            <ac:spMk id="2" creationId="{DEC5CF3C-04E0-487C-865F-D91CFBD2351A}"/>
          </ac:spMkLst>
        </pc:spChg>
      </pc:sldChg>
      <pc:sldChg chg="modSp new">
        <pc:chgData name="Thanu Lokesh" userId="S::thanu_lokesh@thbs.com::4f05df37-b4cf-4b07-8794-a6bbcef0fe09" providerId="AD" clId="Web-{33F4F5FC-8B9B-4ACF-B3F3-CC41D1C9CF01}" dt="2021-11-15T15:42:21.396" v="835" actId="20577"/>
        <pc:sldMkLst>
          <pc:docMk/>
          <pc:sldMk cId="777599596" sldId="267"/>
        </pc:sldMkLst>
        <pc:spChg chg="mod">
          <ac:chgData name="Thanu Lokesh" userId="S::thanu_lokesh@thbs.com::4f05df37-b4cf-4b07-8794-a6bbcef0fe09" providerId="AD" clId="Web-{33F4F5FC-8B9B-4ACF-B3F3-CC41D1C9CF01}" dt="2021-11-15T15:42:21.396" v="835" actId="20577"/>
          <ac:spMkLst>
            <pc:docMk/>
            <pc:sldMk cId="777599596" sldId="267"/>
            <ac:spMk id="2" creationId="{2B45029D-61E4-4495-BDF7-D87A6E7EF439}"/>
          </ac:spMkLst>
        </pc:spChg>
      </pc:sldChg>
      <pc:sldChg chg="delSp modSp new">
        <pc:chgData name="Thanu Lokesh" userId="S::thanu_lokesh@thbs.com::4f05df37-b4cf-4b07-8794-a6bbcef0fe09" providerId="AD" clId="Web-{33F4F5FC-8B9B-4ACF-B3F3-CC41D1C9CF01}" dt="2021-11-15T15:44:08.982" v="861" actId="20577"/>
        <pc:sldMkLst>
          <pc:docMk/>
          <pc:sldMk cId="1106633964" sldId="268"/>
        </pc:sldMkLst>
        <pc:spChg chg="mod">
          <ac:chgData name="Thanu Lokesh" userId="S::thanu_lokesh@thbs.com::4f05df37-b4cf-4b07-8794-a6bbcef0fe09" providerId="AD" clId="Web-{33F4F5FC-8B9B-4ACF-B3F3-CC41D1C9CF01}" dt="2021-11-15T15:44:08.982" v="861" actId="20577"/>
          <ac:spMkLst>
            <pc:docMk/>
            <pc:sldMk cId="1106633964" sldId="268"/>
            <ac:spMk id="2" creationId="{0F74FA46-E244-4C1F-99A8-1D6D32E544FE}"/>
          </ac:spMkLst>
        </pc:spChg>
        <pc:spChg chg="del">
          <ac:chgData name="Thanu Lokesh" userId="S::thanu_lokesh@thbs.com::4f05df37-b4cf-4b07-8794-a6bbcef0fe09" providerId="AD" clId="Web-{33F4F5FC-8B9B-4ACF-B3F3-CC41D1C9CF01}" dt="2021-11-15T15:43:42.714" v="849"/>
          <ac:spMkLst>
            <pc:docMk/>
            <pc:sldMk cId="1106633964" sldId="268"/>
            <ac:spMk id="3" creationId="{D1851010-76C7-4A15-8C8A-B58AF7BA9A08}"/>
          </ac:spMkLst>
        </pc:spChg>
      </pc:sldChg>
      <pc:sldChg chg="modSp new del">
        <pc:chgData name="Thanu Lokesh" userId="S::thanu_lokesh@thbs.com::4f05df37-b4cf-4b07-8794-a6bbcef0fe09" providerId="AD" clId="Web-{33F4F5FC-8B9B-4ACF-B3F3-CC41D1C9CF01}" dt="2021-11-15T15:43:19.932" v="843"/>
        <pc:sldMkLst>
          <pc:docMk/>
          <pc:sldMk cId="3186418075" sldId="268"/>
        </pc:sldMkLst>
        <pc:spChg chg="mod">
          <ac:chgData name="Thanu Lokesh" userId="S::thanu_lokesh@thbs.com::4f05df37-b4cf-4b07-8794-a6bbcef0fe09" providerId="AD" clId="Web-{33F4F5FC-8B9B-4ACF-B3F3-CC41D1C9CF01}" dt="2021-11-15T15:43:18.619" v="842" actId="20577"/>
          <ac:spMkLst>
            <pc:docMk/>
            <pc:sldMk cId="3186418075" sldId="268"/>
            <ac:spMk id="3" creationId="{5C22D651-47DE-4B33-86E3-C68D3D46A527}"/>
          </ac:spMkLst>
        </pc:spChg>
      </pc:sldChg>
      <pc:sldChg chg="new del">
        <pc:chgData name="Thanu Lokesh" userId="S::thanu_lokesh@thbs.com::4f05df37-b4cf-4b07-8794-a6bbcef0fe09" providerId="AD" clId="Web-{33F4F5FC-8B9B-4ACF-B3F3-CC41D1C9CF01}" dt="2021-11-15T15:43:27.682" v="846"/>
        <pc:sldMkLst>
          <pc:docMk/>
          <pc:sldMk cId="4137111252" sldId="268"/>
        </pc:sldMkLst>
      </pc:sldChg>
      <pc:sldChg chg="new del">
        <pc:chgData name="Thanu Lokesh" userId="S::thanu_lokesh@thbs.com::4f05df37-b4cf-4b07-8794-a6bbcef0fe09" providerId="AD" clId="Web-{33F4F5FC-8B9B-4ACF-B3F3-CC41D1C9CF01}" dt="2021-11-15T15:43:33.073" v="847"/>
        <pc:sldMkLst>
          <pc:docMk/>
          <pc:sldMk cId="1925827101" sldId="269"/>
        </pc:sldMkLst>
      </pc:sldChg>
      <pc:sldMasterChg chg="del delSldLayout">
        <pc:chgData name="Thanu Lokesh" userId="S::thanu_lokesh@thbs.com::4f05df37-b4cf-4b07-8794-a6bbcef0fe09" providerId="AD" clId="Web-{33F4F5FC-8B9B-4ACF-B3F3-CC41D1C9CF01}" dt="2021-11-15T15:00:30.929" v="0"/>
        <pc:sldMasterMkLst>
          <pc:docMk/>
          <pc:sldMasterMk cId="0" sldId="2147483648"/>
        </pc:sldMasterMkLst>
        <pc:sldLayoutChg chg="del">
          <pc:chgData name="Thanu Lokesh" userId="S::thanu_lokesh@thbs.com::4f05df37-b4cf-4b07-8794-a6bbcef0fe09" providerId="AD" clId="Web-{33F4F5FC-8B9B-4ACF-B3F3-CC41D1C9CF01}" dt="2021-11-15T15:00:30.929" v="0"/>
          <pc:sldLayoutMkLst>
            <pc:docMk/>
            <pc:sldMasterMk cId="0" sldId="2147483648"/>
            <pc:sldLayoutMk cId="0" sldId="2147483649"/>
          </pc:sldLayoutMkLst>
        </pc:sldLayoutChg>
        <pc:sldLayoutChg chg="del">
          <pc:chgData name="Thanu Lokesh" userId="S::thanu_lokesh@thbs.com::4f05df37-b4cf-4b07-8794-a6bbcef0fe09" providerId="AD" clId="Web-{33F4F5FC-8B9B-4ACF-B3F3-CC41D1C9CF01}" dt="2021-11-15T15:00:30.929" v="0"/>
          <pc:sldLayoutMkLst>
            <pc:docMk/>
            <pc:sldMasterMk cId="0" sldId="2147483648"/>
            <pc:sldLayoutMk cId="0" sldId="2147483650"/>
          </pc:sldLayoutMkLst>
        </pc:sldLayoutChg>
        <pc:sldLayoutChg chg="del">
          <pc:chgData name="Thanu Lokesh" userId="S::thanu_lokesh@thbs.com::4f05df37-b4cf-4b07-8794-a6bbcef0fe09" providerId="AD" clId="Web-{33F4F5FC-8B9B-4ACF-B3F3-CC41D1C9CF01}" dt="2021-11-15T15:00:30.929" v="0"/>
          <pc:sldLayoutMkLst>
            <pc:docMk/>
            <pc:sldMasterMk cId="0" sldId="2147483648"/>
            <pc:sldLayoutMk cId="0" sldId="2147483651"/>
          </pc:sldLayoutMkLst>
        </pc:sldLayoutChg>
        <pc:sldLayoutChg chg="del">
          <pc:chgData name="Thanu Lokesh" userId="S::thanu_lokesh@thbs.com::4f05df37-b4cf-4b07-8794-a6bbcef0fe09" providerId="AD" clId="Web-{33F4F5FC-8B9B-4ACF-B3F3-CC41D1C9CF01}" dt="2021-11-15T15:00:30.929" v="0"/>
          <pc:sldLayoutMkLst>
            <pc:docMk/>
            <pc:sldMasterMk cId="0" sldId="2147483648"/>
            <pc:sldLayoutMk cId="0" sldId="2147483652"/>
          </pc:sldLayoutMkLst>
        </pc:sldLayoutChg>
        <pc:sldLayoutChg chg="del">
          <pc:chgData name="Thanu Lokesh" userId="S::thanu_lokesh@thbs.com::4f05df37-b4cf-4b07-8794-a6bbcef0fe09" providerId="AD" clId="Web-{33F4F5FC-8B9B-4ACF-B3F3-CC41D1C9CF01}" dt="2021-11-15T15:00:30.929" v="0"/>
          <pc:sldLayoutMkLst>
            <pc:docMk/>
            <pc:sldMasterMk cId="0" sldId="2147483648"/>
            <pc:sldLayoutMk cId="0" sldId="2147483653"/>
          </pc:sldLayoutMkLst>
        </pc:sldLayoutChg>
        <pc:sldLayoutChg chg="del">
          <pc:chgData name="Thanu Lokesh" userId="S::thanu_lokesh@thbs.com::4f05df37-b4cf-4b07-8794-a6bbcef0fe09" providerId="AD" clId="Web-{33F4F5FC-8B9B-4ACF-B3F3-CC41D1C9CF01}" dt="2021-11-15T15:00:30.929" v="0"/>
          <pc:sldLayoutMkLst>
            <pc:docMk/>
            <pc:sldMasterMk cId="0" sldId="2147483648"/>
            <pc:sldLayoutMk cId="0" sldId="2147483654"/>
          </pc:sldLayoutMkLst>
        </pc:sldLayoutChg>
        <pc:sldLayoutChg chg="del">
          <pc:chgData name="Thanu Lokesh" userId="S::thanu_lokesh@thbs.com::4f05df37-b4cf-4b07-8794-a6bbcef0fe09" providerId="AD" clId="Web-{33F4F5FC-8B9B-4ACF-B3F3-CC41D1C9CF01}" dt="2021-11-15T15:00:30.929" v="0"/>
          <pc:sldLayoutMkLst>
            <pc:docMk/>
            <pc:sldMasterMk cId="0" sldId="2147483648"/>
            <pc:sldLayoutMk cId="0" sldId="2147483655"/>
          </pc:sldLayoutMkLst>
        </pc:sldLayoutChg>
        <pc:sldLayoutChg chg="del">
          <pc:chgData name="Thanu Lokesh" userId="S::thanu_lokesh@thbs.com::4f05df37-b4cf-4b07-8794-a6bbcef0fe09" providerId="AD" clId="Web-{33F4F5FC-8B9B-4ACF-B3F3-CC41D1C9CF01}" dt="2021-11-15T15:00:30.929" v="0"/>
          <pc:sldLayoutMkLst>
            <pc:docMk/>
            <pc:sldMasterMk cId="0" sldId="2147483648"/>
            <pc:sldLayoutMk cId="0" sldId="2147483656"/>
          </pc:sldLayoutMkLst>
        </pc:sldLayoutChg>
        <pc:sldLayoutChg chg="del">
          <pc:chgData name="Thanu Lokesh" userId="S::thanu_lokesh@thbs.com::4f05df37-b4cf-4b07-8794-a6bbcef0fe09" providerId="AD" clId="Web-{33F4F5FC-8B9B-4ACF-B3F3-CC41D1C9CF01}" dt="2021-11-15T15:00:30.929" v="0"/>
          <pc:sldLayoutMkLst>
            <pc:docMk/>
            <pc:sldMasterMk cId="0" sldId="2147483648"/>
            <pc:sldLayoutMk cId="0" sldId="2147483658"/>
          </pc:sldLayoutMkLst>
        </pc:sldLayoutChg>
        <pc:sldLayoutChg chg="del">
          <pc:chgData name="Thanu Lokesh" userId="S::thanu_lokesh@thbs.com::4f05df37-b4cf-4b07-8794-a6bbcef0fe09" providerId="AD" clId="Web-{33F4F5FC-8B9B-4ACF-B3F3-CC41D1C9CF01}" dt="2021-11-15T15:00:30.929" v="0"/>
          <pc:sldLayoutMkLst>
            <pc:docMk/>
            <pc:sldMasterMk cId="0" sldId="2147483648"/>
            <pc:sldLayoutMk cId="0" sldId="2147483659"/>
          </pc:sldLayoutMkLst>
        </pc:sldLayoutChg>
        <pc:sldLayoutChg chg="del">
          <pc:chgData name="Thanu Lokesh" userId="S::thanu_lokesh@thbs.com::4f05df37-b4cf-4b07-8794-a6bbcef0fe09" providerId="AD" clId="Web-{33F4F5FC-8B9B-4ACF-B3F3-CC41D1C9CF01}" dt="2021-11-15T15:00:30.929" v="0"/>
          <pc:sldLayoutMkLst>
            <pc:docMk/>
            <pc:sldMasterMk cId="0" sldId="2147483648"/>
            <pc:sldLayoutMk cId="0" sldId="2147483661"/>
          </pc:sldLayoutMkLst>
        </pc:sldLayoutChg>
        <pc:sldLayoutChg chg="del">
          <pc:chgData name="Thanu Lokesh" userId="S::thanu_lokesh@thbs.com::4f05df37-b4cf-4b07-8794-a6bbcef0fe09" providerId="AD" clId="Web-{33F4F5FC-8B9B-4ACF-B3F3-CC41D1C9CF01}" dt="2021-11-15T15:00:30.929" v="0"/>
          <pc:sldLayoutMkLst>
            <pc:docMk/>
            <pc:sldMasterMk cId="0" sldId="2147483648"/>
            <pc:sldLayoutMk cId="0" sldId="2147483662"/>
          </pc:sldLayoutMkLst>
        </pc:sldLayoutChg>
        <pc:sldLayoutChg chg="del">
          <pc:chgData name="Thanu Lokesh" userId="S::thanu_lokesh@thbs.com::4f05df37-b4cf-4b07-8794-a6bbcef0fe09" providerId="AD" clId="Web-{33F4F5FC-8B9B-4ACF-B3F3-CC41D1C9CF01}" dt="2021-11-15T15:00:30.929" v="0"/>
          <pc:sldLayoutMkLst>
            <pc:docMk/>
            <pc:sldMasterMk cId="0" sldId="2147483648"/>
            <pc:sldLayoutMk cId="0" sldId="2147483664"/>
          </pc:sldLayoutMkLst>
        </pc:sldLayoutChg>
        <pc:sldLayoutChg chg="del">
          <pc:chgData name="Thanu Lokesh" userId="S::thanu_lokesh@thbs.com::4f05df37-b4cf-4b07-8794-a6bbcef0fe09" providerId="AD" clId="Web-{33F4F5FC-8B9B-4ACF-B3F3-CC41D1C9CF01}" dt="2021-11-15T15:00:30.929" v="0"/>
          <pc:sldLayoutMkLst>
            <pc:docMk/>
            <pc:sldMasterMk cId="0" sldId="2147483648"/>
            <pc:sldLayoutMk cId="0" sldId="2147483667"/>
          </pc:sldLayoutMkLst>
        </pc:sldLayoutChg>
        <pc:sldLayoutChg chg="del">
          <pc:chgData name="Thanu Lokesh" userId="S::thanu_lokesh@thbs.com::4f05df37-b4cf-4b07-8794-a6bbcef0fe09" providerId="AD" clId="Web-{33F4F5FC-8B9B-4ACF-B3F3-CC41D1C9CF01}" dt="2021-11-15T15:00:30.929" v="0"/>
          <pc:sldLayoutMkLst>
            <pc:docMk/>
            <pc:sldMasterMk cId="0" sldId="2147483648"/>
            <pc:sldLayoutMk cId="0" sldId="2147483668"/>
          </pc:sldLayoutMkLst>
        </pc:sldLayoutChg>
        <pc:sldLayoutChg chg="del">
          <pc:chgData name="Thanu Lokesh" userId="S::thanu_lokesh@thbs.com::4f05df37-b4cf-4b07-8794-a6bbcef0fe09" providerId="AD" clId="Web-{33F4F5FC-8B9B-4ACF-B3F3-CC41D1C9CF01}" dt="2021-11-15T15:00:30.929" v="0"/>
          <pc:sldLayoutMkLst>
            <pc:docMk/>
            <pc:sldMasterMk cId="0" sldId="2147483648"/>
            <pc:sldLayoutMk cId="0" sldId="2147483669"/>
          </pc:sldLayoutMkLst>
        </pc:sldLayoutChg>
        <pc:sldLayoutChg chg="del">
          <pc:chgData name="Thanu Lokesh" userId="S::thanu_lokesh@thbs.com::4f05df37-b4cf-4b07-8794-a6bbcef0fe09" providerId="AD" clId="Web-{33F4F5FC-8B9B-4ACF-B3F3-CC41D1C9CF01}" dt="2021-11-15T15:00:30.929" v="0"/>
          <pc:sldLayoutMkLst>
            <pc:docMk/>
            <pc:sldMasterMk cId="0" sldId="2147483648"/>
            <pc:sldLayoutMk cId="0" sldId="2147483670"/>
          </pc:sldLayoutMkLst>
        </pc:sldLayoutChg>
      </pc:sldMasterChg>
      <pc:sldMasterChg chg="add addSldLayout">
        <pc:chgData name="Thanu Lokesh" userId="S::thanu_lokesh@thbs.com::4f05df37-b4cf-4b07-8794-a6bbcef0fe09" providerId="AD" clId="Web-{33F4F5FC-8B9B-4ACF-B3F3-CC41D1C9CF01}" dt="2021-11-15T15:00:30.929" v="0"/>
        <pc:sldMasterMkLst>
          <pc:docMk/>
          <pc:sldMasterMk cId="647114389" sldId="2147483673"/>
        </pc:sldMasterMkLst>
        <pc:sldLayoutChg chg="add">
          <pc:chgData name="Thanu Lokesh" userId="S::thanu_lokesh@thbs.com::4f05df37-b4cf-4b07-8794-a6bbcef0fe09" providerId="AD" clId="Web-{33F4F5FC-8B9B-4ACF-B3F3-CC41D1C9CF01}" dt="2021-11-15T15:00:30.929" v="0"/>
          <pc:sldLayoutMkLst>
            <pc:docMk/>
            <pc:sldMasterMk cId="647114389" sldId="2147483673"/>
            <pc:sldLayoutMk cId="2191414733" sldId="2147483663"/>
          </pc:sldLayoutMkLst>
        </pc:sldLayoutChg>
        <pc:sldLayoutChg chg="add">
          <pc:chgData name="Thanu Lokesh" userId="S::thanu_lokesh@thbs.com::4f05df37-b4cf-4b07-8794-a6bbcef0fe09" providerId="AD" clId="Web-{33F4F5FC-8B9B-4ACF-B3F3-CC41D1C9CF01}" dt="2021-11-15T15:00:30.929" v="0"/>
          <pc:sldLayoutMkLst>
            <pc:docMk/>
            <pc:sldMasterMk cId="647114389" sldId="2147483673"/>
            <pc:sldLayoutMk cId="1382842810" sldId="2147483665"/>
          </pc:sldLayoutMkLst>
        </pc:sldLayoutChg>
        <pc:sldLayoutChg chg="add">
          <pc:chgData name="Thanu Lokesh" userId="S::thanu_lokesh@thbs.com::4f05df37-b4cf-4b07-8794-a6bbcef0fe09" providerId="AD" clId="Web-{33F4F5FC-8B9B-4ACF-B3F3-CC41D1C9CF01}" dt="2021-11-15T15:00:30.929" v="0"/>
          <pc:sldLayoutMkLst>
            <pc:docMk/>
            <pc:sldMasterMk cId="647114389" sldId="2147483673"/>
            <pc:sldLayoutMk cId="1224512162" sldId="2147483666"/>
          </pc:sldLayoutMkLst>
        </pc:sldLayoutChg>
        <pc:sldLayoutChg chg="add">
          <pc:chgData name="Thanu Lokesh" userId="S::thanu_lokesh@thbs.com::4f05df37-b4cf-4b07-8794-a6bbcef0fe09" providerId="AD" clId="Web-{33F4F5FC-8B9B-4ACF-B3F3-CC41D1C9CF01}" dt="2021-11-15T15:00:30.929" v="0"/>
          <pc:sldLayoutMkLst>
            <pc:docMk/>
            <pc:sldMasterMk cId="647114389" sldId="2147483673"/>
            <pc:sldLayoutMk cId="2687449394" sldId="2147483671"/>
          </pc:sldLayoutMkLst>
        </pc:sldLayoutChg>
        <pc:sldLayoutChg chg="add">
          <pc:chgData name="Thanu Lokesh" userId="S::thanu_lokesh@thbs.com::4f05df37-b4cf-4b07-8794-a6bbcef0fe09" providerId="AD" clId="Web-{33F4F5FC-8B9B-4ACF-B3F3-CC41D1C9CF01}" dt="2021-11-15T15:00:30.929" v="0"/>
          <pc:sldLayoutMkLst>
            <pc:docMk/>
            <pc:sldMasterMk cId="647114389" sldId="2147483673"/>
            <pc:sldLayoutMk cId="232766434" sldId="2147483672"/>
          </pc:sldLayoutMkLst>
        </pc:sldLayoutChg>
        <pc:sldLayoutChg chg="add replId">
          <pc:chgData name="Thanu Lokesh" userId="S::thanu_lokesh@thbs.com::4f05df37-b4cf-4b07-8794-a6bbcef0fe09" providerId="AD" clId="Web-{33F4F5FC-8B9B-4ACF-B3F3-CC41D1C9CF01}" dt="2021-11-15T15:00:30.929" v="0"/>
          <pc:sldLayoutMkLst>
            <pc:docMk/>
            <pc:sldMasterMk cId="647114389" sldId="2147483673"/>
            <pc:sldLayoutMk cId="1071119234" sldId="2147483674"/>
          </pc:sldLayoutMkLst>
        </pc:sldLayoutChg>
        <pc:sldLayoutChg chg="add replId">
          <pc:chgData name="Thanu Lokesh" userId="S::thanu_lokesh@thbs.com::4f05df37-b4cf-4b07-8794-a6bbcef0fe09" providerId="AD" clId="Web-{33F4F5FC-8B9B-4ACF-B3F3-CC41D1C9CF01}" dt="2021-11-15T15:00:30.929" v="0"/>
          <pc:sldLayoutMkLst>
            <pc:docMk/>
            <pc:sldMasterMk cId="647114389" sldId="2147483673"/>
            <pc:sldLayoutMk cId="2319214627" sldId="2147483675"/>
          </pc:sldLayoutMkLst>
        </pc:sldLayoutChg>
        <pc:sldLayoutChg chg="add replId">
          <pc:chgData name="Thanu Lokesh" userId="S::thanu_lokesh@thbs.com::4f05df37-b4cf-4b07-8794-a6bbcef0fe09" providerId="AD" clId="Web-{33F4F5FC-8B9B-4ACF-B3F3-CC41D1C9CF01}" dt="2021-11-15T15:00:30.929" v="0"/>
          <pc:sldLayoutMkLst>
            <pc:docMk/>
            <pc:sldMasterMk cId="647114389" sldId="2147483673"/>
            <pc:sldLayoutMk cId="4247318252" sldId="2147483676"/>
          </pc:sldLayoutMkLst>
        </pc:sldLayoutChg>
        <pc:sldLayoutChg chg="add replId">
          <pc:chgData name="Thanu Lokesh" userId="S::thanu_lokesh@thbs.com::4f05df37-b4cf-4b07-8794-a6bbcef0fe09" providerId="AD" clId="Web-{33F4F5FC-8B9B-4ACF-B3F3-CC41D1C9CF01}" dt="2021-11-15T15:00:30.929" v="0"/>
          <pc:sldLayoutMkLst>
            <pc:docMk/>
            <pc:sldMasterMk cId="647114389" sldId="2147483673"/>
            <pc:sldLayoutMk cId="3375758605" sldId="2147483677"/>
          </pc:sldLayoutMkLst>
        </pc:sldLayoutChg>
        <pc:sldLayoutChg chg="add replId">
          <pc:chgData name="Thanu Lokesh" userId="S::thanu_lokesh@thbs.com::4f05df37-b4cf-4b07-8794-a6bbcef0fe09" providerId="AD" clId="Web-{33F4F5FC-8B9B-4ACF-B3F3-CC41D1C9CF01}" dt="2021-11-15T15:00:30.929" v="0"/>
          <pc:sldLayoutMkLst>
            <pc:docMk/>
            <pc:sldMasterMk cId="647114389" sldId="2147483673"/>
            <pc:sldLayoutMk cId="1587874511" sldId="2147483678"/>
          </pc:sldLayoutMkLst>
        </pc:sldLayoutChg>
        <pc:sldLayoutChg chg="add replId">
          <pc:chgData name="Thanu Lokesh" userId="S::thanu_lokesh@thbs.com::4f05df37-b4cf-4b07-8794-a6bbcef0fe09" providerId="AD" clId="Web-{33F4F5FC-8B9B-4ACF-B3F3-CC41D1C9CF01}" dt="2021-11-15T15:00:30.929" v="0"/>
          <pc:sldLayoutMkLst>
            <pc:docMk/>
            <pc:sldMasterMk cId="647114389" sldId="2147483673"/>
            <pc:sldLayoutMk cId="839759754" sldId="2147483679"/>
          </pc:sldLayoutMkLst>
        </pc:sldLayoutChg>
      </pc:sldMasterChg>
    </pc:docChg>
  </pc:docChgLst>
  <pc:docChgLst>
    <pc:chgData name="Thanu Lokesh" userId="S::thanu_lokesh@thbs.com::4f05df37-b4cf-4b07-8794-a6bbcef0fe09" providerId="AD" clId="Web-{4AD88473-5CBC-47D7-807B-0901194719C3}"/>
    <pc:docChg chg="modSld">
      <pc:chgData name="Thanu Lokesh" userId="S::thanu_lokesh@thbs.com::4f05df37-b4cf-4b07-8794-a6bbcef0fe09" providerId="AD" clId="Web-{4AD88473-5CBC-47D7-807B-0901194719C3}" dt="2021-11-16T03:55:44.277" v="61" actId="20577"/>
      <pc:docMkLst>
        <pc:docMk/>
      </pc:docMkLst>
      <pc:sldChg chg="modSp">
        <pc:chgData name="Thanu Lokesh" userId="S::thanu_lokesh@thbs.com::4f05df37-b4cf-4b07-8794-a6bbcef0fe09" providerId="AD" clId="Web-{4AD88473-5CBC-47D7-807B-0901194719C3}" dt="2021-11-16T03:55:44.277" v="61" actId="20577"/>
        <pc:sldMkLst>
          <pc:docMk/>
          <pc:sldMk cId="777599596" sldId="267"/>
        </pc:sldMkLst>
        <pc:spChg chg="mod">
          <ac:chgData name="Thanu Lokesh" userId="S::thanu_lokesh@thbs.com::4f05df37-b4cf-4b07-8794-a6bbcef0fe09" providerId="AD" clId="Web-{4AD88473-5CBC-47D7-807B-0901194719C3}" dt="2021-11-16T03:54:29.073" v="9" actId="20577"/>
          <ac:spMkLst>
            <pc:docMk/>
            <pc:sldMk cId="777599596" sldId="267"/>
            <ac:spMk id="2" creationId="{2B45029D-61E4-4495-BDF7-D87A6E7EF439}"/>
          </ac:spMkLst>
        </pc:spChg>
        <pc:spChg chg="mod">
          <ac:chgData name="Thanu Lokesh" userId="S::thanu_lokesh@thbs.com::4f05df37-b4cf-4b07-8794-a6bbcef0fe09" providerId="AD" clId="Web-{4AD88473-5CBC-47D7-807B-0901194719C3}" dt="2021-11-16T03:55:44.277" v="61" actId="20577"/>
          <ac:spMkLst>
            <pc:docMk/>
            <pc:sldMk cId="777599596" sldId="267"/>
            <ac:spMk id="3" creationId="{83A47A95-D047-42EE-A7B6-F5FEE01E55EE}"/>
          </ac:spMkLst>
        </pc:spChg>
      </pc:sldChg>
    </pc:docChg>
  </pc:docChgLst>
  <pc:docChgLst>
    <pc:chgData name="Thanu Lokesh" userId="S::thanu_lokesh@thbs.com::4f05df37-b4cf-4b07-8794-a6bbcef0fe09" providerId="AD" clId="Web-{58AD9E7A-93A4-486B-B553-E85C586CF23E}"/>
    <pc:docChg chg="modSld">
      <pc:chgData name="Thanu Lokesh" userId="S::thanu_lokesh@thbs.com::4f05df37-b4cf-4b07-8794-a6bbcef0fe09" providerId="AD" clId="Web-{58AD9E7A-93A4-486B-B553-E85C586CF23E}" dt="2021-11-16T05:31:38.825" v="13" actId="14100"/>
      <pc:docMkLst>
        <pc:docMk/>
      </pc:docMkLst>
      <pc:sldChg chg="addSp modSp">
        <pc:chgData name="Thanu Lokesh" userId="S::thanu_lokesh@thbs.com::4f05df37-b4cf-4b07-8794-a6bbcef0fe09" providerId="AD" clId="Web-{58AD9E7A-93A4-486B-B553-E85C586CF23E}" dt="2021-11-16T05:31:38.825" v="13" actId="14100"/>
        <pc:sldMkLst>
          <pc:docMk/>
          <pc:sldMk cId="463309173" sldId="271"/>
        </pc:sldMkLst>
        <pc:picChg chg="mod">
          <ac:chgData name="Thanu Lokesh" userId="S::thanu_lokesh@thbs.com::4f05df37-b4cf-4b07-8794-a6bbcef0fe09" providerId="AD" clId="Web-{58AD9E7A-93A4-486B-B553-E85C586CF23E}" dt="2021-11-16T05:31:38.825" v="13" actId="14100"/>
          <ac:picMkLst>
            <pc:docMk/>
            <pc:sldMk cId="463309173" sldId="271"/>
            <ac:picMk id="3" creationId="{5DCBF6E7-E3C9-4C66-B0ED-B3406672E617}"/>
          </ac:picMkLst>
        </pc:picChg>
        <pc:picChg chg="add mod">
          <ac:chgData name="Thanu Lokesh" userId="S::thanu_lokesh@thbs.com::4f05df37-b4cf-4b07-8794-a6bbcef0fe09" providerId="AD" clId="Web-{58AD9E7A-93A4-486B-B553-E85C586CF23E}" dt="2021-11-16T05:31:33.996" v="12" actId="14100"/>
          <ac:picMkLst>
            <pc:docMk/>
            <pc:sldMk cId="463309173" sldId="271"/>
            <ac:picMk id="4" creationId="{15E94827-B868-47EE-82BB-069BA8381D46}"/>
          </ac:picMkLst>
        </pc:picChg>
      </pc:sldChg>
    </pc:docChg>
  </pc:docChgLst>
  <pc:docChgLst>
    <pc:chgData clId="Web-{C8EF3D1E-5A9E-4144-BB0E-47E1FBAEFAC5}"/>
    <pc:docChg chg="modSld">
      <pc:chgData name="" userId="" providerId="" clId="Web-{C8EF3D1E-5A9E-4144-BB0E-47E1FBAEFAC5}" dt="2021-11-16T04:14:52.264" v="0" actId="20577"/>
      <pc:docMkLst>
        <pc:docMk/>
      </pc:docMkLst>
      <pc:sldChg chg="modSp">
        <pc:chgData name="" userId="" providerId="" clId="Web-{C8EF3D1E-5A9E-4144-BB0E-47E1FBAEFAC5}" dt="2021-11-16T04:14:52.264" v="0" actId="20577"/>
        <pc:sldMkLst>
          <pc:docMk/>
          <pc:sldMk cId="2313532272" sldId="257"/>
        </pc:sldMkLst>
        <pc:spChg chg="mod">
          <ac:chgData name="" userId="" providerId="" clId="Web-{C8EF3D1E-5A9E-4144-BB0E-47E1FBAEFAC5}" dt="2021-11-16T04:14:52.264" v="0" actId="20577"/>
          <ac:spMkLst>
            <pc:docMk/>
            <pc:sldMk cId="2313532272" sldId="257"/>
            <ac:spMk id="3" creationId="{F3BF3C87-EB53-4DF2-8FC2-77B09D4C0FA9}"/>
          </ac:spMkLst>
        </pc:spChg>
      </pc:sldChg>
    </pc:docChg>
  </pc:docChgLst>
  <pc:docChgLst>
    <pc:chgData name="Thanu Lokesh" userId="S::thanu_lokesh@thbs.com::4f05df37-b4cf-4b07-8794-a6bbcef0fe09" providerId="AD" clId="Web-{149C0755-7C91-4863-AF1B-DE980E3316CF}"/>
    <pc:docChg chg="modSld">
      <pc:chgData name="Thanu Lokesh" userId="S::thanu_lokesh@thbs.com::4f05df37-b4cf-4b07-8794-a6bbcef0fe09" providerId="AD" clId="Web-{149C0755-7C91-4863-AF1B-DE980E3316CF}" dt="2021-11-16T04:00:34.619" v="95" actId="20577"/>
      <pc:docMkLst>
        <pc:docMk/>
      </pc:docMkLst>
      <pc:sldChg chg="modSp">
        <pc:chgData name="Thanu Lokesh" userId="S::thanu_lokesh@thbs.com::4f05df37-b4cf-4b07-8794-a6bbcef0fe09" providerId="AD" clId="Web-{149C0755-7C91-4863-AF1B-DE980E3316CF}" dt="2021-11-16T04:00:34.619" v="95" actId="20577"/>
        <pc:sldMkLst>
          <pc:docMk/>
          <pc:sldMk cId="777599596" sldId="267"/>
        </pc:sldMkLst>
        <pc:spChg chg="mod">
          <ac:chgData name="Thanu Lokesh" userId="S::thanu_lokesh@thbs.com::4f05df37-b4cf-4b07-8794-a6bbcef0fe09" providerId="AD" clId="Web-{149C0755-7C91-4863-AF1B-DE980E3316CF}" dt="2021-11-16T03:59:55.697" v="68" actId="20577"/>
          <ac:spMkLst>
            <pc:docMk/>
            <pc:sldMk cId="777599596" sldId="267"/>
            <ac:spMk id="2" creationId="{2B45029D-61E4-4495-BDF7-D87A6E7EF439}"/>
          </ac:spMkLst>
        </pc:spChg>
        <pc:spChg chg="mod">
          <ac:chgData name="Thanu Lokesh" userId="S::thanu_lokesh@thbs.com::4f05df37-b4cf-4b07-8794-a6bbcef0fe09" providerId="AD" clId="Web-{149C0755-7C91-4863-AF1B-DE980E3316CF}" dt="2021-11-16T04:00:34.619" v="95" actId="20577"/>
          <ac:spMkLst>
            <pc:docMk/>
            <pc:sldMk cId="777599596" sldId="267"/>
            <ac:spMk id="3" creationId="{83A47A95-D047-42EE-A7B6-F5FEE01E55EE}"/>
          </ac:spMkLst>
        </pc:spChg>
      </pc:sldChg>
    </pc:docChg>
  </pc:docChgLst>
  <pc:docChgLst>
    <pc:chgData name="Thanu Lokesh" userId="S::thanu_lokesh@thbs.com::4f05df37-b4cf-4b07-8794-a6bbcef0fe09" providerId="AD" clId="Web-{254CC400-0EAB-4DEB-AA77-33E7468470BB}"/>
    <pc:docChg chg="modSld">
      <pc:chgData name="Thanu Lokesh" userId="S::thanu_lokesh@thbs.com::4f05df37-b4cf-4b07-8794-a6bbcef0fe09" providerId="AD" clId="Web-{254CC400-0EAB-4DEB-AA77-33E7468470BB}" dt="2021-11-16T04:51:23.276" v="13" actId="20577"/>
      <pc:docMkLst>
        <pc:docMk/>
      </pc:docMkLst>
      <pc:sldChg chg="modSp">
        <pc:chgData name="Thanu Lokesh" userId="S::thanu_lokesh@thbs.com::4f05df37-b4cf-4b07-8794-a6bbcef0fe09" providerId="AD" clId="Web-{254CC400-0EAB-4DEB-AA77-33E7468470BB}" dt="2021-11-16T04:51:23.276" v="13" actId="20577"/>
        <pc:sldMkLst>
          <pc:docMk/>
          <pc:sldMk cId="2313532272" sldId="257"/>
        </pc:sldMkLst>
        <pc:spChg chg="mod">
          <ac:chgData name="Thanu Lokesh" userId="S::thanu_lokesh@thbs.com::4f05df37-b4cf-4b07-8794-a6bbcef0fe09" providerId="AD" clId="Web-{254CC400-0EAB-4DEB-AA77-33E7468470BB}" dt="2021-11-16T04:51:23.276" v="13" actId="20577"/>
          <ac:spMkLst>
            <pc:docMk/>
            <pc:sldMk cId="2313532272" sldId="257"/>
            <ac:spMk id="3" creationId="{F3BF3C87-EB53-4DF2-8FC2-77B09D4C0FA9}"/>
          </ac:spMkLst>
        </pc:spChg>
      </pc:sldChg>
    </pc:docChg>
  </pc:docChgLst>
  <pc:docChgLst>
    <pc:chgData name="Thanu Lokesh" userId="S::thanu_lokesh@thbs.com::4f05df37-b4cf-4b07-8794-a6bbcef0fe09" providerId="AD" clId="Web-{C8EF3D1E-5A9E-4144-BB0E-47E1FBAEFAC5}"/>
    <pc:docChg chg="addSld delSld modSld">
      <pc:chgData name="Thanu Lokesh" userId="S::thanu_lokesh@thbs.com::4f05df37-b4cf-4b07-8794-a6bbcef0fe09" providerId="AD" clId="Web-{C8EF3D1E-5A9E-4144-BB0E-47E1FBAEFAC5}" dt="2021-11-16T04:44:16.073" v="573" actId="20577"/>
      <pc:docMkLst>
        <pc:docMk/>
      </pc:docMkLst>
      <pc:sldChg chg="modSp">
        <pc:chgData name="Thanu Lokesh" userId="S::thanu_lokesh@thbs.com::4f05df37-b4cf-4b07-8794-a6bbcef0fe09" providerId="AD" clId="Web-{C8EF3D1E-5A9E-4144-BB0E-47E1FBAEFAC5}" dt="2021-11-16T04:16:28.069" v="12" actId="20577"/>
        <pc:sldMkLst>
          <pc:docMk/>
          <pc:sldMk cId="2313532272" sldId="257"/>
        </pc:sldMkLst>
        <pc:spChg chg="mod">
          <ac:chgData name="Thanu Lokesh" userId="S::thanu_lokesh@thbs.com::4f05df37-b4cf-4b07-8794-a6bbcef0fe09" providerId="AD" clId="Web-{C8EF3D1E-5A9E-4144-BB0E-47E1FBAEFAC5}" dt="2021-11-16T04:16:28.069" v="12" actId="20577"/>
          <ac:spMkLst>
            <pc:docMk/>
            <pc:sldMk cId="2313532272" sldId="257"/>
            <ac:spMk id="3" creationId="{F3BF3C87-EB53-4DF2-8FC2-77B09D4C0FA9}"/>
          </ac:spMkLst>
        </pc:spChg>
      </pc:sldChg>
      <pc:sldChg chg="del">
        <pc:chgData name="Thanu Lokesh" userId="S::thanu_lokesh@thbs.com::4f05df37-b4cf-4b07-8794-a6bbcef0fe09" providerId="AD" clId="Web-{C8EF3D1E-5A9E-4144-BB0E-47E1FBAEFAC5}" dt="2021-11-16T04:16:05.067" v="9"/>
        <pc:sldMkLst>
          <pc:docMk/>
          <pc:sldMk cId="141688183" sldId="260"/>
        </pc:sldMkLst>
      </pc:sldChg>
      <pc:sldChg chg="addSp delSp modSp add del">
        <pc:chgData name="Thanu Lokesh" userId="S::thanu_lokesh@thbs.com::4f05df37-b4cf-4b07-8794-a6bbcef0fe09" providerId="AD" clId="Web-{C8EF3D1E-5A9E-4144-BB0E-47E1FBAEFAC5}" dt="2021-11-16T04:44:16.073" v="573" actId="20577"/>
        <pc:sldMkLst>
          <pc:docMk/>
          <pc:sldMk cId="2988965095" sldId="262"/>
        </pc:sldMkLst>
        <pc:spChg chg="del mod">
          <ac:chgData name="Thanu Lokesh" userId="S::thanu_lokesh@thbs.com::4f05df37-b4cf-4b07-8794-a6bbcef0fe09" providerId="AD" clId="Web-{C8EF3D1E-5A9E-4144-BB0E-47E1FBAEFAC5}" dt="2021-11-16T04:30:58.363" v="222"/>
          <ac:spMkLst>
            <pc:docMk/>
            <pc:sldMk cId="2988965095" sldId="262"/>
            <ac:spMk id="3" creationId="{C5C1BDE9-680E-4E6F-8929-3A58A01D0F94}"/>
          </ac:spMkLst>
        </pc:spChg>
        <pc:spChg chg="add del mod">
          <ac:chgData name="Thanu Lokesh" userId="S::thanu_lokesh@thbs.com::4f05df37-b4cf-4b07-8794-a6bbcef0fe09" providerId="AD" clId="Web-{C8EF3D1E-5A9E-4144-BB0E-47E1FBAEFAC5}" dt="2021-11-16T04:34:05.239" v="322"/>
          <ac:spMkLst>
            <pc:docMk/>
            <pc:sldMk cId="2988965095" sldId="262"/>
            <ac:spMk id="5" creationId="{60C8E70E-4CC2-4BD0-B710-67CADFB89141}"/>
          </ac:spMkLst>
        </pc:spChg>
        <pc:spChg chg="add mod">
          <ac:chgData name="Thanu Lokesh" userId="S::thanu_lokesh@thbs.com::4f05df37-b4cf-4b07-8794-a6bbcef0fe09" providerId="AD" clId="Web-{C8EF3D1E-5A9E-4144-BB0E-47E1FBAEFAC5}" dt="2021-11-16T04:44:16.073" v="573" actId="20577"/>
          <ac:spMkLst>
            <pc:docMk/>
            <pc:sldMk cId="2988965095" sldId="262"/>
            <ac:spMk id="7" creationId="{BBDF33DB-77A7-465E-AD35-4084A6EC3056}"/>
          </ac:spMkLst>
        </pc:spChg>
        <pc:picChg chg="add del mod ord modCrop">
          <ac:chgData name="Thanu Lokesh" userId="S::thanu_lokesh@thbs.com::4f05df37-b4cf-4b07-8794-a6bbcef0fe09" providerId="AD" clId="Web-{C8EF3D1E-5A9E-4144-BB0E-47E1FBAEFAC5}" dt="2021-11-16T04:31:26.037" v="228"/>
          <ac:picMkLst>
            <pc:docMk/>
            <pc:sldMk cId="2988965095" sldId="262"/>
            <ac:picMk id="4" creationId="{9B82FC63-6E0D-4E14-95AE-CFAB57553E05}"/>
          </ac:picMkLst>
        </pc:picChg>
        <pc:picChg chg="add del mod">
          <ac:chgData name="Thanu Lokesh" userId="S::thanu_lokesh@thbs.com::4f05df37-b4cf-4b07-8794-a6bbcef0fe09" providerId="AD" clId="Web-{C8EF3D1E-5A9E-4144-BB0E-47E1FBAEFAC5}" dt="2021-11-16T04:32:17.026" v="241"/>
          <ac:picMkLst>
            <pc:docMk/>
            <pc:sldMk cId="2988965095" sldId="262"/>
            <ac:picMk id="8" creationId="{C58A8F23-DF15-4954-87DC-D5BB0C8B676F}"/>
          </ac:picMkLst>
        </pc:picChg>
        <pc:picChg chg="add del mod">
          <ac:chgData name="Thanu Lokesh" userId="S::thanu_lokesh@thbs.com::4f05df37-b4cf-4b07-8794-a6bbcef0fe09" providerId="AD" clId="Web-{C8EF3D1E-5A9E-4144-BB0E-47E1FBAEFAC5}" dt="2021-11-16T04:33:12.281" v="259"/>
          <ac:picMkLst>
            <pc:docMk/>
            <pc:sldMk cId="2988965095" sldId="262"/>
            <ac:picMk id="9" creationId="{CCA09E22-E9F3-46F1-BCA3-A1DEC7950526}"/>
          </ac:picMkLst>
        </pc:picChg>
      </pc:sldChg>
      <pc:sldChg chg="del">
        <pc:chgData name="Thanu Lokesh" userId="S::thanu_lokesh@thbs.com::4f05df37-b4cf-4b07-8794-a6bbcef0fe09" providerId="AD" clId="Web-{C8EF3D1E-5A9E-4144-BB0E-47E1FBAEFAC5}" dt="2021-11-16T04:19:23.944" v="34"/>
        <pc:sldMkLst>
          <pc:docMk/>
          <pc:sldMk cId="3221404814" sldId="263"/>
        </pc:sldMkLst>
      </pc:sldChg>
      <pc:sldChg chg="del">
        <pc:chgData name="Thanu Lokesh" userId="S::thanu_lokesh@thbs.com::4f05df37-b4cf-4b07-8794-a6bbcef0fe09" providerId="AD" clId="Web-{C8EF3D1E-5A9E-4144-BB0E-47E1FBAEFAC5}" dt="2021-11-16T04:19:19.600" v="33"/>
        <pc:sldMkLst>
          <pc:docMk/>
          <pc:sldMk cId="1850765112" sldId="264"/>
        </pc:sldMkLst>
      </pc:sldChg>
      <pc:sldChg chg="addSp delSp modSp">
        <pc:chgData name="Thanu Lokesh" userId="S::thanu_lokesh@thbs.com::4f05df37-b4cf-4b07-8794-a6bbcef0fe09" providerId="AD" clId="Web-{C8EF3D1E-5A9E-4144-BB0E-47E1FBAEFAC5}" dt="2021-11-16T04:19:15.615" v="32" actId="14100"/>
        <pc:sldMkLst>
          <pc:docMk/>
          <pc:sldMk cId="3729700014" sldId="266"/>
        </pc:sldMkLst>
        <pc:spChg chg="mod">
          <ac:chgData name="Thanu Lokesh" userId="S::thanu_lokesh@thbs.com::4f05df37-b4cf-4b07-8794-a6bbcef0fe09" providerId="AD" clId="Web-{C8EF3D1E-5A9E-4144-BB0E-47E1FBAEFAC5}" dt="2021-11-16T04:18:18.782" v="25" actId="20577"/>
          <ac:spMkLst>
            <pc:docMk/>
            <pc:sldMk cId="3729700014" sldId="266"/>
            <ac:spMk id="2" creationId="{DEC5CF3C-04E0-487C-865F-D91CFBD2351A}"/>
          </ac:spMkLst>
        </pc:spChg>
        <pc:spChg chg="del mod">
          <ac:chgData name="Thanu Lokesh" userId="S::thanu_lokesh@thbs.com::4f05df37-b4cf-4b07-8794-a6bbcef0fe09" providerId="AD" clId="Web-{C8EF3D1E-5A9E-4144-BB0E-47E1FBAEFAC5}" dt="2021-11-16T04:19:03.911" v="28"/>
          <ac:spMkLst>
            <pc:docMk/>
            <pc:sldMk cId="3729700014" sldId="266"/>
            <ac:spMk id="3" creationId="{7D0C5474-18CA-49B8-A096-10791F6B8991}"/>
          </ac:spMkLst>
        </pc:spChg>
        <pc:picChg chg="add mod ord">
          <ac:chgData name="Thanu Lokesh" userId="S::thanu_lokesh@thbs.com::4f05df37-b4cf-4b07-8794-a6bbcef0fe09" providerId="AD" clId="Web-{C8EF3D1E-5A9E-4144-BB0E-47E1FBAEFAC5}" dt="2021-11-16T04:19:15.615" v="32" actId="14100"/>
          <ac:picMkLst>
            <pc:docMk/>
            <pc:sldMk cId="3729700014" sldId="266"/>
            <ac:picMk id="4" creationId="{61B1FB42-90EE-4EA9-9F07-12D5C7E193E2}"/>
          </ac:picMkLst>
        </pc:picChg>
      </pc:sldChg>
      <pc:sldChg chg="modSp">
        <pc:chgData name="Thanu Lokesh" userId="S::thanu_lokesh@thbs.com::4f05df37-b4cf-4b07-8794-a6bbcef0fe09" providerId="AD" clId="Web-{C8EF3D1E-5A9E-4144-BB0E-47E1FBAEFAC5}" dt="2021-11-16T04:23:16.901" v="219" actId="20577"/>
        <pc:sldMkLst>
          <pc:docMk/>
          <pc:sldMk cId="777599596" sldId="267"/>
        </pc:sldMkLst>
        <pc:spChg chg="mod">
          <ac:chgData name="Thanu Lokesh" userId="S::thanu_lokesh@thbs.com::4f05df37-b4cf-4b07-8794-a6bbcef0fe09" providerId="AD" clId="Web-{C8EF3D1E-5A9E-4144-BB0E-47E1FBAEFAC5}" dt="2021-11-16T04:23:16.901" v="219" actId="20577"/>
          <ac:spMkLst>
            <pc:docMk/>
            <pc:sldMk cId="777599596" sldId="267"/>
            <ac:spMk id="3" creationId="{83A47A95-D047-42EE-A7B6-F5FEE01E55EE}"/>
          </ac:spMkLst>
        </pc:spChg>
      </pc:sldChg>
      <pc:sldChg chg="addSp delSp modSp new del">
        <pc:chgData name="Thanu Lokesh" userId="S::thanu_lokesh@thbs.com::4f05df37-b4cf-4b07-8794-a6bbcef0fe09" providerId="AD" clId="Web-{C8EF3D1E-5A9E-4144-BB0E-47E1FBAEFAC5}" dt="2021-11-16T04:32:55.905" v="254"/>
        <pc:sldMkLst>
          <pc:docMk/>
          <pc:sldMk cId="1712505735" sldId="269"/>
        </pc:sldMkLst>
        <pc:spChg chg="add del">
          <ac:chgData name="Thanu Lokesh" userId="S::thanu_lokesh@thbs.com::4f05df37-b4cf-4b07-8794-a6bbcef0fe09" providerId="AD" clId="Web-{C8EF3D1E-5A9E-4144-BB0E-47E1FBAEFAC5}" dt="2021-11-16T04:32:54.905" v="253"/>
          <ac:spMkLst>
            <pc:docMk/>
            <pc:sldMk cId="1712505735" sldId="269"/>
            <ac:spMk id="3" creationId="{A759F84E-F3E2-4DF3-B1B6-52FC72095012}"/>
          </ac:spMkLst>
        </pc:spChg>
        <pc:picChg chg="add del mod ord">
          <ac:chgData name="Thanu Lokesh" userId="S::thanu_lokesh@thbs.com::4f05df37-b4cf-4b07-8794-a6bbcef0fe09" providerId="AD" clId="Web-{C8EF3D1E-5A9E-4144-BB0E-47E1FBAEFAC5}" dt="2021-11-16T04:32:54.905" v="253"/>
          <ac:picMkLst>
            <pc:docMk/>
            <pc:sldMk cId="1712505735" sldId="269"/>
            <ac:picMk id="5" creationId="{F64856BE-4412-4BB7-9012-3FF3A13BA28E}"/>
          </ac:picMkLst>
        </pc:picChg>
      </pc:sldChg>
    </pc:docChg>
  </pc:docChgLst>
  <pc:docChgLst>
    <pc:chgData name="Thanu Lokesh" userId="S::thanu_lokesh@thbs.com::4f05df37-b4cf-4b07-8794-a6bbcef0fe09" providerId="AD" clId="Web-{ED3EF411-DD56-4228-961F-C0625AC06600}"/>
    <pc:docChg chg="addSld delSld modSld sldOrd">
      <pc:chgData name="Thanu Lokesh" userId="S::thanu_lokesh@thbs.com::4f05df37-b4cf-4b07-8794-a6bbcef0fe09" providerId="AD" clId="Web-{ED3EF411-DD56-4228-961F-C0625AC06600}" dt="2021-11-16T05:27:25.011" v="175"/>
      <pc:docMkLst>
        <pc:docMk/>
      </pc:docMkLst>
      <pc:sldChg chg="modSp">
        <pc:chgData name="Thanu Lokesh" userId="S::thanu_lokesh@thbs.com::4f05df37-b4cf-4b07-8794-a6bbcef0fe09" providerId="AD" clId="Web-{ED3EF411-DD56-4228-961F-C0625AC06600}" dt="2021-11-16T05:06:46.677" v="82" actId="20577"/>
        <pc:sldMkLst>
          <pc:docMk/>
          <pc:sldMk cId="2313532272" sldId="257"/>
        </pc:sldMkLst>
        <pc:spChg chg="mod">
          <ac:chgData name="Thanu Lokesh" userId="S::thanu_lokesh@thbs.com::4f05df37-b4cf-4b07-8794-a6bbcef0fe09" providerId="AD" clId="Web-{ED3EF411-DD56-4228-961F-C0625AC06600}" dt="2021-11-16T05:06:46.677" v="82" actId="20577"/>
          <ac:spMkLst>
            <pc:docMk/>
            <pc:sldMk cId="2313532272" sldId="257"/>
            <ac:spMk id="3" creationId="{F3BF3C87-EB53-4DF2-8FC2-77B09D4C0FA9}"/>
          </ac:spMkLst>
        </pc:spChg>
      </pc:sldChg>
      <pc:sldChg chg="del">
        <pc:chgData name="Thanu Lokesh" userId="S::thanu_lokesh@thbs.com::4f05df37-b4cf-4b07-8794-a6bbcef0fe09" providerId="AD" clId="Web-{ED3EF411-DD56-4228-961F-C0625AC06600}" dt="2021-11-16T04:58:33.434" v="0"/>
        <pc:sldMkLst>
          <pc:docMk/>
          <pc:sldMk cId="1553187906" sldId="258"/>
        </pc:sldMkLst>
      </pc:sldChg>
      <pc:sldChg chg="modSp">
        <pc:chgData name="Thanu Lokesh" userId="S::thanu_lokesh@thbs.com::4f05df37-b4cf-4b07-8794-a6bbcef0fe09" providerId="AD" clId="Web-{ED3EF411-DD56-4228-961F-C0625AC06600}" dt="2021-11-16T05:17:51.017" v="125" actId="20577"/>
        <pc:sldMkLst>
          <pc:docMk/>
          <pc:sldMk cId="1111975721" sldId="259"/>
        </pc:sldMkLst>
        <pc:spChg chg="mod">
          <ac:chgData name="Thanu Lokesh" userId="S::thanu_lokesh@thbs.com::4f05df37-b4cf-4b07-8794-a6bbcef0fe09" providerId="AD" clId="Web-{ED3EF411-DD56-4228-961F-C0625AC06600}" dt="2021-11-16T05:07:05.349" v="84" actId="20577"/>
          <ac:spMkLst>
            <pc:docMk/>
            <pc:sldMk cId="1111975721" sldId="259"/>
            <ac:spMk id="2" creationId="{74DC8A22-9927-4B5C-A008-B26C22EB73D9}"/>
          </ac:spMkLst>
        </pc:spChg>
        <pc:spChg chg="mod">
          <ac:chgData name="Thanu Lokesh" userId="S::thanu_lokesh@thbs.com::4f05df37-b4cf-4b07-8794-a6bbcef0fe09" providerId="AD" clId="Web-{ED3EF411-DD56-4228-961F-C0625AC06600}" dt="2021-11-16T05:17:51.017" v="125" actId="20577"/>
          <ac:spMkLst>
            <pc:docMk/>
            <pc:sldMk cId="1111975721" sldId="259"/>
            <ac:spMk id="3" creationId="{857AF674-CD2D-4CE7-9BC1-F58921EFCB72}"/>
          </ac:spMkLst>
        </pc:spChg>
      </pc:sldChg>
      <pc:sldChg chg="modSp">
        <pc:chgData name="Thanu Lokesh" userId="S::thanu_lokesh@thbs.com::4f05df37-b4cf-4b07-8794-a6bbcef0fe09" providerId="AD" clId="Web-{ED3EF411-DD56-4228-961F-C0625AC06600}" dt="2021-11-16T05:01:53.297" v="46" actId="20577"/>
        <pc:sldMkLst>
          <pc:docMk/>
          <pc:sldMk cId="1177309690" sldId="261"/>
        </pc:sldMkLst>
        <pc:spChg chg="mod">
          <ac:chgData name="Thanu Lokesh" userId="S::thanu_lokesh@thbs.com::4f05df37-b4cf-4b07-8794-a6bbcef0fe09" providerId="AD" clId="Web-{ED3EF411-DD56-4228-961F-C0625AC06600}" dt="2021-11-16T05:01:53.297" v="46" actId="20577"/>
          <ac:spMkLst>
            <pc:docMk/>
            <pc:sldMk cId="1177309690" sldId="261"/>
            <ac:spMk id="2" creationId="{386ADC9A-61FB-486B-8D8C-C89BDC0B5044}"/>
          </ac:spMkLst>
        </pc:spChg>
      </pc:sldChg>
      <pc:sldChg chg="del">
        <pc:chgData name="Thanu Lokesh" userId="S::thanu_lokesh@thbs.com::4f05df37-b4cf-4b07-8794-a6bbcef0fe09" providerId="AD" clId="Web-{ED3EF411-DD56-4228-961F-C0625AC06600}" dt="2021-11-16T05:16:58.016" v="123"/>
        <pc:sldMkLst>
          <pc:docMk/>
          <pc:sldMk cId="2988965095" sldId="262"/>
        </pc:sldMkLst>
      </pc:sldChg>
      <pc:sldChg chg="addSp modSp ord">
        <pc:chgData name="Thanu Lokesh" userId="S::thanu_lokesh@thbs.com::4f05df37-b4cf-4b07-8794-a6bbcef0fe09" providerId="AD" clId="Web-{ED3EF411-DD56-4228-961F-C0625AC06600}" dt="2021-11-16T05:19:27.925" v="134" actId="20577"/>
        <pc:sldMkLst>
          <pc:docMk/>
          <pc:sldMk cId="3729700014" sldId="266"/>
        </pc:sldMkLst>
        <pc:spChg chg="mod">
          <ac:chgData name="Thanu Lokesh" userId="S::thanu_lokesh@thbs.com::4f05df37-b4cf-4b07-8794-a6bbcef0fe09" providerId="AD" clId="Web-{ED3EF411-DD56-4228-961F-C0625AC06600}" dt="2021-11-16T05:19:20.503" v="133" actId="20577"/>
          <ac:spMkLst>
            <pc:docMk/>
            <pc:sldMk cId="3729700014" sldId="266"/>
            <ac:spMk id="2" creationId="{DEC5CF3C-04E0-487C-865F-D91CFBD2351A}"/>
          </ac:spMkLst>
        </pc:spChg>
        <pc:spChg chg="add mod">
          <ac:chgData name="Thanu Lokesh" userId="S::thanu_lokesh@thbs.com::4f05df37-b4cf-4b07-8794-a6bbcef0fe09" providerId="AD" clId="Web-{ED3EF411-DD56-4228-961F-C0625AC06600}" dt="2021-11-16T05:19:27.925" v="134" actId="20577"/>
          <ac:spMkLst>
            <pc:docMk/>
            <pc:sldMk cId="3729700014" sldId="266"/>
            <ac:spMk id="3" creationId="{00524E67-E9BA-4675-956B-E82DE58F3A33}"/>
          </ac:spMkLst>
        </pc:spChg>
        <pc:picChg chg="mod">
          <ac:chgData name="Thanu Lokesh" userId="S::thanu_lokesh@thbs.com::4f05df37-b4cf-4b07-8794-a6bbcef0fe09" providerId="AD" clId="Web-{ED3EF411-DD56-4228-961F-C0625AC06600}" dt="2021-11-16T05:16:09.874" v="103" actId="1076"/>
          <ac:picMkLst>
            <pc:docMk/>
            <pc:sldMk cId="3729700014" sldId="266"/>
            <ac:picMk id="4" creationId="{61B1FB42-90EE-4EA9-9F07-12D5C7E193E2}"/>
          </ac:picMkLst>
        </pc:picChg>
      </pc:sldChg>
      <pc:sldChg chg="modSp new ord">
        <pc:chgData name="Thanu Lokesh" userId="S::thanu_lokesh@thbs.com::4f05df37-b4cf-4b07-8794-a6bbcef0fe09" providerId="AD" clId="Web-{ED3EF411-DD56-4228-961F-C0625AC06600}" dt="2021-11-16T05:17:40.657" v="124" actId="20577"/>
        <pc:sldMkLst>
          <pc:docMk/>
          <pc:sldMk cId="1605214803" sldId="269"/>
        </pc:sldMkLst>
        <pc:spChg chg="mod">
          <ac:chgData name="Thanu Lokesh" userId="S::thanu_lokesh@thbs.com::4f05df37-b4cf-4b07-8794-a6bbcef0fe09" providerId="AD" clId="Web-{ED3EF411-DD56-4228-961F-C0625AC06600}" dt="2021-11-16T05:01:37.578" v="44" actId="20577"/>
          <ac:spMkLst>
            <pc:docMk/>
            <pc:sldMk cId="1605214803" sldId="269"/>
            <ac:spMk id="2" creationId="{0A24FA68-4D79-4251-BCBD-0F84738880ED}"/>
          </ac:spMkLst>
        </pc:spChg>
        <pc:spChg chg="mod">
          <ac:chgData name="Thanu Lokesh" userId="S::thanu_lokesh@thbs.com::4f05df37-b4cf-4b07-8794-a6bbcef0fe09" providerId="AD" clId="Web-{ED3EF411-DD56-4228-961F-C0625AC06600}" dt="2021-11-16T05:17:40.657" v="124" actId="20577"/>
          <ac:spMkLst>
            <pc:docMk/>
            <pc:sldMk cId="1605214803" sldId="269"/>
            <ac:spMk id="3" creationId="{78F5BEC5-9EC0-4CB0-BDF9-2A76869EE319}"/>
          </ac:spMkLst>
        </pc:spChg>
      </pc:sldChg>
      <pc:sldChg chg="addSp delSp modSp new">
        <pc:chgData name="Thanu Lokesh" userId="S::thanu_lokesh@thbs.com::4f05df37-b4cf-4b07-8794-a6bbcef0fe09" providerId="AD" clId="Web-{ED3EF411-DD56-4228-961F-C0625AC06600}" dt="2021-11-16T05:25:30.338" v="166" actId="14100"/>
        <pc:sldMkLst>
          <pc:docMk/>
          <pc:sldMk cId="207172372" sldId="270"/>
        </pc:sldMkLst>
        <pc:spChg chg="mod">
          <ac:chgData name="Thanu Lokesh" userId="S::thanu_lokesh@thbs.com::4f05df37-b4cf-4b07-8794-a6bbcef0fe09" providerId="AD" clId="Web-{ED3EF411-DD56-4228-961F-C0625AC06600}" dt="2021-11-16T05:19:44.800" v="135" actId="1076"/>
          <ac:spMkLst>
            <pc:docMk/>
            <pc:sldMk cId="207172372" sldId="270"/>
            <ac:spMk id="2" creationId="{1A1F5FF7-3772-4500-A826-B79B55E1EB17}"/>
          </ac:spMkLst>
        </pc:spChg>
        <pc:spChg chg="del mod">
          <ac:chgData name="Thanu Lokesh" userId="S::thanu_lokesh@thbs.com::4f05df37-b4cf-4b07-8794-a6bbcef0fe09" providerId="AD" clId="Web-{ED3EF411-DD56-4228-961F-C0625AC06600}" dt="2021-11-16T05:20:11.269" v="139"/>
          <ac:spMkLst>
            <pc:docMk/>
            <pc:sldMk cId="207172372" sldId="270"/>
            <ac:spMk id="3" creationId="{25861B28-E7E7-4050-878F-238A5F84AD03}"/>
          </ac:spMkLst>
        </pc:spChg>
        <pc:spChg chg="add del mod">
          <ac:chgData name="Thanu Lokesh" userId="S::thanu_lokesh@thbs.com::4f05df37-b4cf-4b07-8794-a6bbcef0fe09" providerId="AD" clId="Web-{ED3EF411-DD56-4228-961F-C0625AC06600}" dt="2021-11-16T05:21:35.021" v="145"/>
          <ac:spMkLst>
            <pc:docMk/>
            <pc:sldMk cId="207172372" sldId="270"/>
            <ac:spMk id="6" creationId="{6C464893-D8AA-463D-8A8F-836838A28886}"/>
          </ac:spMkLst>
        </pc:spChg>
        <pc:spChg chg="add del mod">
          <ac:chgData name="Thanu Lokesh" userId="S::thanu_lokesh@thbs.com::4f05df37-b4cf-4b07-8794-a6bbcef0fe09" providerId="AD" clId="Web-{ED3EF411-DD56-4228-961F-C0625AC06600}" dt="2021-11-16T05:22:35.178" v="156"/>
          <ac:spMkLst>
            <pc:docMk/>
            <pc:sldMk cId="207172372" sldId="270"/>
            <ac:spMk id="9" creationId="{F17312A4-20D5-4EFE-8EA2-E821784A0850}"/>
          </ac:spMkLst>
        </pc:spChg>
        <pc:picChg chg="add del mod ord modCrop">
          <ac:chgData name="Thanu Lokesh" userId="S::thanu_lokesh@thbs.com::4f05df37-b4cf-4b07-8794-a6bbcef0fe09" providerId="AD" clId="Web-{ED3EF411-DD56-4228-961F-C0625AC06600}" dt="2021-11-16T05:20:54.364" v="144"/>
          <ac:picMkLst>
            <pc:docMk/>
            <pc:sldMk cId="207172372" sldId="270"/>
            <ac:picMk id="4" creationId="{BACE555E-4296-480C-9036-B797915D0087}"/>
          </ac:picMkLst>
        </pc:picChg>
        <pc:picChg chg="add del mod ord">
          <ac:chgData name="Thanu Lokesh" userId="S::thanu_lokesh@thbs.com::4f05df37-b4cf-4b07-8794-a6bbcef0fe09" providerId="AD" clId="Web-{ED3EF411-DD56-4228-961F-C0625AC06600}" dt="2021-11-16T05:22:19.975" v="155"/>
          <ac:picMkLst>
            <pc:docMk/>
            <pc:sldMk cId="207172372" sldId="270"/>
            <ac:picMk id="7" creationId="{D36D676F-F7A6-4F1D-A83F-3052864A9823}"/>
          </ac:picMkLst>
        </pc:picChg>
        <pc:picChg chg="add mod ord">
          <ac:chgData name="Thanu Lokesh" userId="S::thanu_lokesh@thbs.com::4f05df37-b4cf-4b07-8794-a6bbcef0fe09" providerId="AD" clId="Web-{ED3EF411-DD56-4228-961F-C0625AC06600}" dt="2021-11-16T05:25:26.275" v="165" actId="14100"/>
          <ac:picMkLst>
            <pc:docMk/>
            <pc:sldMk cId="207172372" sldId="270"/>
            <ac:picMk id="10" creationId="{3AC03BD8-1B2F-4168-8C35-E2C1A07B3E08}"/>
          </ac:picMkLst>
        </pc:picChg>
        <pc:picChg chg="add mod">
          <ac:chgData name="Thanu Lokesh" userId="S::thanu_lokesh@thbs.com::4f05df37-b4cf-4b07-8794-a6bbcef0fe09" providerId="AD" clId="Web-{ED3EF411-DD56-4228-961F-C0625AC06600}" dt="2021-11-16T05:25:30.338" v="166" actId="14100"/>
          <ac:picMkLst>
            <pc:docMk/>
            <pc:sldMk cId="207172372" sldId="270"/>
            <ac:picMk id="11" creationId="{9581D36F-E34F-49C4-A6C4-2670CB597403}"/>
          </ac:picMkLst>
        </pc:picChg>
      </pc:sldChg>
      <pc:sldChg chg="new del">
        <pc:chgData name="Thanu Lokesh" userId="S::thanu_lokesh@thbs.com::4f05df37-b4cf-4b07-8794-a6bbcef0fe09" providerId="AD" clId="Web-{ED3EF411-DD56-4228-961F-C0625AC06600}" dt="2021-11-16T05:09:29.617" v="102"/>
        <pc:sldMkLst>
          <pc:docMk/>
          <pc:sldMk cId="3625389420" sldId="270"/>
        </pc:sldMkLst>
      </pc:sldChg>
      <pc:sldChg chg="addSp delSp modSp add replId">
        <pc:chgData name="Thanu Lokesh" userId="S::thanu_lokesh@thbs.com::4f05df37-b4cf-4b07-8794-a6bbcef0fe09" providerId="AD" clId="Web-{ED3EF411-DD56-4228-961F-C0625AC06600}" dt="2021-11-16T05:27:25.011" v="175"/>
        <pc:sldMkLst>
          <pc:docMk/>
          <pc:sldMk cId="463309173" sldId="271"/>
        </pc:sldMkLst>
        <pc:spChg chg="add del mod">
          <ac:chgData name="Thanu Lokesh" userId="S::thanu_lokesh@thbs.com::4f05df37-b4cf-4b07-8794-a6bbcef0fe09" providerId="AD" clId="Web-{ED3EF411-DD56-4228-961F-C0625AC06600}" dt="2021-11-16T05:27:25.011" v="175"/>
          <ac:spMkLst>
            <pc:docMk/>
            <pc:sldMk cId="463309173" sldId="271"/>
            <ac:spMk id="5" creationId="{9842D1B9-7E9F-4537-96DE-6A5EB46B9E23}"/>
          </ac:spMkLst>
        </pc:spChg>
        <pc:picChg chg="add mod">
          <ac:chgData name="Thanu Lokesh" userId="S::thanu_lokesh@thbs.com::4f05df37-b4cf-4b07-8794-a6bbcef0fe09" providerId="AD" clId="Web-{ED3EF411-DD56-4228-961F-C0625AC06600}" dt="2021-11-16T05:26:38.026" v="173" actId="14100"/>
          <ac:picMkLst>
            <pc:docMk/>
            <pc:sldMk cId="463309173" sldId="271"/>
            <ac:picMk id="3" creationId="{5DCBF6E7-E3C9-4C66-B0ED-B3406672E617}"/>
          </ac:picMkLst>
        </pc:picChg>
        <pc:picChg chg="del">
          <ac:chgData name="Thanu Lokesh" userId="S::thanu_lokesh@thbs.com::4f05df37-b4cf-4b07-8794-a6bbcef0fe09" providerId="AD" clId="Web-{ED3EF411-DD56-4228-961F-C0625AC06600}" dt="2021-11-16T05:26:54.886" v="174"/>
          <ac:picMkLst>
            <pc:docMk/>
            <pc:sldMk cId="463309173" sldId="271"/>
            <ac:picMk id="10" creationId="{3AC03BD8-1B2F-4168-8C35-E2C1A07B3E08}"/>
          </ac:picMkLst>
        </pc:picChg>
        <pc:picChg chg="del">
          <ac:chgData name="Thanu Lokesh" userId="S::thanu_lokesh@thbs.com::4f05df37-b4cf-4b07-8794-a6bbcef0fe09" providerId="AD" clId="Web-{ED3EF411-DD56-4228-961F-C0625AC06600}" dt="2021-11-16T05:26:22.776" v="168"/>
          <ac:picMkLst>
            <pc:docMk/>
            <pc:sldMk cId="463309173" sldId="271"/>
            <ac:picMk id="11" creationId="{9581D36F-E34F-49C4-A6C4-2670CB59740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9960-406F-4187-A0E6-BD19C684039A}"/>
              </a:ext>
            </a:extLst>
          </p:cNvPr>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27E7FE-647D-4B2F-BA13-AB3ED4C5CF5A}"/>
              </a:ext>
            </a:extLst>
          </p:cNvPr>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A5EF785-E0A7-4496-A5BA-49B0156F2628}"/>
              </a:ext>
            </a:extLst>
          </p:cNvPr>
          <p:cNvSpPr>
            <a:spLocks noGrp="1"/>
          </p:cNvSpPr>
          <p:nvPr>
            <p:ph type="dt" sz="half" idx="10"/>
          </p:nvPr>
        </p:nvSpPr>
        <p:spPr>
          <a:xfrm>
            <a:off x="8964706" y="6433202"/>
            <a:ext cx="2426446" cy="367841"/>
          </a:xfrm>
        </p:spPr>
        <p:txBody>
          <a:bodyPr/>
          <a:lstStyle/>
          <a:p>
            <a:fld id="{32637B58-87C1-446D-BDA9-B06F4BCF7782}" type="datetimeFigureOut">
              <a:rPr lang="en-US" smtClean="0"/>
              <a:t>11/15/2021</a:t>
            </a:fld>
            <a:endParaRPr lang="en-US"/>
          </a:p>
        </p:txBody>
      </p:sp>
      <p:sp>
        <p:nvSpPr>
          <p:cNvPr id="5" name="Footer Placeholder 4">
            <a:extLst>
              <a:ext uri="{FF2B5EF4-FFF2-40B4-BE49-F238E27FC236}">
                <a16:creationId xmlns:a16="http://schemas.microsoft.com/office/drawing/2014/main" id="{4742C627-38A1-4A14-8822-D8D33751CA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EBE346-5F34-48CD-8928-DA8567AEDD15}"/>
              </a:ext>
            </a:extLst>
          </p:cNvPr>
          <p:cNvSpPr>
            <a:spLocks noGrp="1"/>
          </p:cNvSpPr>
          <p:nvPr>
            <p:ph type="sldNum" sz="quarter" idx="12"/>
          </p:nvPr>
        </p:nvSpPr>
        <p:spPr>
          <a:xfrm>
            <a:off x="11391152" y="6433203"/>
            <a:ext cx="702781" cy="367842"/>
          </a:xfrm>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839759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839C-7D7A-49F1-8BFE-85C6C7D78BE7}"/>
              </a:ext>
            </a:extLst>
          </p:cNvPr>
          <p:cNvSpPr>
            <a:spLocks noGrp="1"/>
          </p:cNvSpPr>
          <p:nvPr>
            <p:ph type="title"/>
          </p:nvPr>
        </p:nvSpPr>
        <p:spPr>
          <a:xfrm>
            <a:off x="905256" y="590668"/>
            <a:ext cx="9914859" cy="1329004"/>
          </a:xfrm>
        </p:spPr>
        <p:txBody>
          <a:bodyPr>
            <a:normAutofit/>
          </a:bodyPr>
          <a:lstStyle>
            <a:lvl1pPr>
              <a:lnSpc>
                <a:spcPct val="100000"/>
              </a:lnSpc>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C7E748DC-EBB9-44C6-8566-38F87FF7FD53}"/>
              </a:ext>
            </a:extLst>
          </p:cNvPr>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1"/>
                </a:solidFill>
              </a:defRPr>
            </a:lvl1pPr>
          </a:lstStyle>
          <a:p>
            <a:fld id="{32637B58-87C1-446D-BDA9-B06F4BCF7782}" type="datetimeFigureOut">
              <a:rPr lang="en-US" smtClean="0"/>
              <a:t>11/15/2021</a:t>
            </a:fld>
            <a:endParaRPr lang="en-US"/>
          </a:p>
        </p:txBody>
      </p:sp>
      <p:sp>
        <p:nvSpPr>
          <p:cNvPr id="5" name="Footer Placeholder 4">
            <a:extLst>
              <a:ext uri="{FF2B5EF4-FFF2-40B4-BE49-F238E27FC236}">
                <a16:creationId xmlns:a16="http://schemas.microsoft.com/office/drawing/2014/main" id="{BFA2F5AB-D8C6-4AE1-8FAE-CD0499CB6D03}"/>
              </a:ext>
            </a:extLst>
          </p:cNvPr>
          <p:cNvSpPr>
            <a:spLocks noGrp="1"/>
          </p:cNvSpPr>
          <p:nvPr>
            <p:ph type="ftr" sz="quarter" idx="11"/>
          </p:nvPr>
        </p:nvSpPr>
        <p:spPr>
          <a:xfrm>
            <a:off x="173736" y="6437376"/>
            <a:ext cx="3775914" cy="365125"/>
          </a:xfrm>
        </p:spPr>
        <p:txBody>
          <a:bodyPr/>
          <a:lstStyle>
            <a:lvl1pPr algn="l">
              <a:defRPr>
                <a:solidFill>
                  <a:schemeClr val="accent2"/>
                </a:solidFill>
              </a:defRPr>
            </a:lvl1pPr>
          </a:lstStyle>
          <a:p>
            <a:endParaRPr lang="en-US" dirty="0"/>
          </a:p>
        </p:txBody>
      </p:sp>
      <p:sp>
        <p:nvSpPr>
          <p:cNvPr id="6" name="Slide Number Placeholder 5">
            <a:extLst>
              <a:ext uri="{FF2B5EF4-FFF2-40B4-BE49-F238E27FC236}">
                <a16:creationId xmlns:a16="http://schemas.microsoft.com/office/drawing/2014/main"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1"/>
                </a:solidFill>
              </a:defRPr>
            </a:lvl1pPr>
          </a:lstStyle>
          <a:p>
            <a:fld id="{08AB70BE-1769-45B8-85A6-0C837432C7E6}" type="slidenum">
              <a:rPr lang="en-US" smtClean="0"/>
              <a:t>‹#›</a:t>
            </a:fld>
            <a:endParaRPr lang="en-US"/>
          </a:p>
        </p:txBody>
      </p:sp>
    </p:spTree>
    <p:extLst>
      <p:ext uri="{BB962C8B-B14F-4D97-AF65-F5344CB8AC3E}">
        <p14:creationId xmlns:p14="http://schemas.microsoft.com/office/powerpoint/2010/main" val="1587874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8A94B-011C-4B13-8C12-E91BF7A40087}"/>
              </a:ext>
            </a:extLst>
          </p:cNvPr>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716D5F3-887C-4A8F-842A-0294A9FB0818}"/>
              </a:ext>
            </a:extLst>
          </p:cNvPr>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4588B-131A-42F3-B76C-62BD65E4806B}"/>
              </a:ext>
            </a:extLst>
          </p:cNvPr>
          <p:cNvSpPr>
            <a:spLocks noGrp="1"/>
          </p:cNvSpPr>
          <p:nvPr>
            <p:ph type="dt" sz="half" idx="10"/>
          </p:nvPr>
        </p:nvSpPr>
        <p:spPr/>
        <p:txBody>
          <a:bodyPr/>
          <a:lstStyle/>
          <a:p>
            <a:fld id="{32637B58-87C1-446D-BDA9-B06F4BCF7782}" type="datetimeFigureOut">
              <a:rPr lang="en-US" smtClean="0"/>
              <a:t>11/15/2021</a:t>
            </a:fld>
            <a:endParaRPr lang="en-US"/>
          </a:p>
        </p:txBody>
      </p:sp>
      <p:sp>
        <p:nvSpPr>
          <p:cNvPr id="5" name="Footer Placeholder 4">
            <a:extLst>
              <a:ext uri="{FF2B5EF4-FFF2-40B4-BE49-F238E27FC236}">
                <a16:creationId xmlns:a16="http://schemas.microsoft.com/office/drawing/2014/main" id="{E111AB28-20BD-4CD8-9840-985C3EDBA1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3C85C-3801-46F0-A100-616F5F2F82E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3375758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CB06-0454-4BF1-8011-F8B1A9595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920A70-D33B-4461-B74C-3F59ADB16141}"/>
              </a:ext>
            </a:extLst>
          </p:cNvPr>
          <p:cNvSpPr>
            <a:spLocks noGrp="1"/>
          </p:cNvSpPr>
          <p:nvPr>
            <p:ph sz="half" idx="1"/>
          </p:nvPr>
        </p:nvSpPr>
        <p:spPr>
          <a:xfrm>
            <a:off x="1408813" y="2163725"/>
            <a:ext cx="4610986" cy="4013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881BDF9-836E-431C-8EFA-417A9BEE9F4B}"/>
              </a:ext>
            </a:extLst>
          </p:cNvPr>
          <p:cNvSpPr>
            <a:spLocks noGrp="1"/>
          </p:cNvSpPr>
          <p:nvPr>
            <p:ph sz="half" idx="2"/>
          </p:nvPr>
        </p:nvSpPr>
        <p:spPr>
          <a:xfrm>
            <a:off x="6257260" y="2163725"/>
            <a:ext cx="4853763" cy="401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7CBD9F59-B591-4E2F-899E-3CA78CE82D45}"/>
              </a:ext>
            </a:extLst>
          </p:cNvPr>
          <p:cNvSpPr>
            <a:spLocks noGrp="1"/>
          </p:cNvSpPr>
          <p:nvPr>
            <p:ph type="dt" sz="half" idx="10"/>
          </p:nvPr>
        </p:nvSpPr>
        <p:spPr/>
        <p:txBody>
          <a:bodyPr/>
          <a:lstStyle/>
          <a:p>
            <a:fld id="{32637B58-87C1-446D-BDA9-B06F4BCF7782}" type="datetimeFigureOut">
              <a:rPr lang="en-US" smtClean="0"/>
              <a:t>11/15/2021</a:t>
            </a:fld>
            <a:endParaRPr lang="en-US"/>
          </a:p>
        </p:txBody>
      </p:sp>
      <p:sp>
        <p:nvSpPr>
          <p:cNvPr id="6" name="Footer Placeholder 5">
            <a:extLst>
              <a:ext uri="{FF2B5EF4-FFF2-40B4-BE49-F238E27FC236}">
                <a16:creationId xmlns:a16="http://schemas.microsoft.com/office/drawing/2014/main" id="{046CFD12-B3EC-432C-B264-8AB571CAAF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F3CBBA-71B3-4857-80E7-525E89FD903F}"/>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2687449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1886-4F39-4E3E-948D-DBC73F267AED}"/>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B2C7B2A-B6BE-46FD-9278-A5246BF7EEB8}"/>
              </a:ext>
            </a:extLst>
          </p:cNvPr>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E85295-E4B5-4D75-954F-B07A2F4CABF8}"/>
              </a:ext>
            </a:extLst>
          </p:cNvPr>
          <p:cNvSpPr>
            <a:spLocks noGrp="1"/>
          </p:cNvSpPr>
          <p:nvPr>
            <p:ph sz="half" idx="2"/>
          </p:nvPr>
        </p:nvSpPr>
        <p:spPr>
          <a:xfrm>
            <a:off x="839788" y="2635623"/>
            <a:ext cx="5157787" cy="3554039"/>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87ABF0-C78D-4589-8FA5-0D6238B4B084}"/>
              </a:ext>
            </a:extLst>
          </p:cNvPr>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A4064-2E0A-4FC3-837B-14EC0EF3A652}"/>
              </a:ext>
            </a:extLst>
          </p:cNvPr>
          <p:cNvSpPr>
            <a:spLocks noGrp="1"/>
          </p:cNvSpPr>
          <p:nvPr>
            <p:ph sz="quarter" idx="4"/>
          </p:nvPr>
        </p:nvSpPr>
        <p:spPr>
          <a:xfrm>
            <a:off x="6172200" y="2635623"/>
            <a:ext cx="5183188" cy="355404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8E3C169-8D29-4CC4-9581-748178F3C00A}"/>
              </a:ext>
            </a:extLst>
          </p:cNvPr>
          <p:cNvSpPr>
            <a:spLocks noGrp="1"/>
          </p:cNvSpPr>
          <p:nvPr>
            <p:ph type="dt" sz="half" idx="10"/>
          </p:nvPr>
        </p:nvSpPr>
        <p:spPr/>
        <p:txBody>
          <a:bodyPr/>
          <a:lstStyle/>
          <a:p>
            <a:fld id="{32637B58-87C1-446D-BDA9-B06F4BCF7782}" type="datetimeFigureOut">
              <a:rPr lang="en-US" smtClean="0"/>
              <a:t>11/15/2021</a:t>
            </a:fld>
            <a:endParaRPr lang="en-US"/>
          </a:p>
        </p:txBody>
      </p:sp>
      <p:sp>
        <p:nvSpPr>
          <p:cNvPr id="8" name="Footer Placeholder 7">
            <a:extLst>
              <a:ext uri="{FF2B5EF4-FFF2-40B4-BE49-F238E27FC236}">
                <a16:creationId xmlns:a16="http://schemas.microsoft.com/office/drawing/2014/main" id="{F14EC709-AAD9-475C-AC6A-943A8E872A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0C0E3E-587D-46EB-AAF5-011C137B030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232766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E062-B7F5-4D30-B416-1BBB4A7D0F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BDFF7A-EBD3-4FEB-8451-5D7355069117}"/>
              </a:ext>
            </a:extLst>
          </p:cNvPr>
          <p:cNvSpPr>
            <a:spLocks noGrp="1"/>
          </p:cNvSpPr>
          <p:nvPr>
            <p:ph type="dt" sz="half" idx="10"/>
          </p:nvPr>
        </p:nvSpPr>
        <p:spPr/>
        <p:txBody>
          <a:bodyPr/>
          <a:lstStyle/>
          <a:p>
            <a:fld id="{32637B58-87C1-446D-BDA9-B06F4BCF7782}" type="datetimeFigureOut">
              <a:rPr lang="en-US" smtClean="0"/>
              <a:t>11/15/2021</a:t>
            </a:fld>
            <a:endParaRPr lang="en-US"/>
          </a:p>
        </p:txBody>
      </p:sp>
      <p:sp>
        <p:nvSpPr>
          <p:cNvPr id="4" name="Footer Placeholder 3">
            <a:extLst>
              <a:ext uri="{FF2B5EF4-FFF2-40B4-BE49-F238E27FC236}">
                <a16:creationId xmlns:a16="http://schemas.microsoft.com/office/drawing/2014/main" id="{08F54A2D-2C4B-4E1D-AC16-E3B1F1DDB5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11F373-DB96-4AEA-8E3E-7EDEA213DEEC}"/>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1224512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p>
            <a:fld id="{32637B58-87C1-446D-BDA9-B06F4BCF7782}" type="datetimeFigureOut">
              <a:rPr lang="en-US" smtClean="0"/>
              <a:t>11/15/2021</a:t>
            </a:fld>
            <a:endParaRPr lang="en-US"/>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4247318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9F8C-8071-4BE5-AD6F-C98F481D1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4135B3-14BA-4A88-B6B3-88B77B1C6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7C3A4D-5B69-44B4-B17F-770E83F00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1C41D-2A59-4512-8034-6DB705787D78}"/>
              </a:ext>
            </a:extLst>
          </p:cNvPr>
          <p:cNvSpPr>
            <a:spLocks noGrp="1"/>
          </p:cNvSpPr>
          <p:nvPr>
            <p:ph type="dt" sz="half" idx="10"/>
          </p:nvPr>
        </p:nvSpPr>
        <p:spPr/>
        <p:txBody>
          <a:bodyPr/>
          <a:lstStyle/>
          <a:p>
            <a:fld id="{32637B58-87C1-446D-BDA9-B06F4BCF7782}" type="datetimeFigureOut">
              <a:rPr lang="en-US" smtClean="0"/>
              <a:t>11/15/2021</a:t>
            </a:fld>
            <a:endParaRPr lang="en-US"/>
          </a:p>
        </p:txBody>
      </p:sp>
      <p:sp>
        <p:nvSpPr>
          <p:cNvPr id="6" name="Footer Placeholder 5">
            <a:extLst>
              <a:ext uri="{FF2B5EF4-FFF2-40B4-BE49-F238E27FC236}">
                <a16:creationId xmlns:a16="http://schemas.microsoft.com/office/drawing/2014/main" id="{BD85C494-778C-4EE6-9402-242E1CDD9A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5677B9-C338-4033-9AFE-B8B81C5D813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2191414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77DE-4C2E-476F-A419-57470FB6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9FD1A0-93AE-469A-ADDF-2453B64CA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C119C9C-EF97-4910-9419-6D7202609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A87172-A64E-4C38-82ED-2A7050B0FB68}"/>
              </a:ext>
            </a:extLst>
          </p:cNvPr>
          <p:cNvSpPr>
            <a:spLocks noGrp="1"/>
          </p:cNvSpPr>
          <p:nvPr>
            <p:ph type="dt" sz="half" idx="10"/>
          </p:nvPr>
        </p:nvSpPr>
        <p:spPr/>
        <p:txBody>
          <a:bodyPr/>
          <a:lstStyle/>
          <a:p>
            <a:fld id="{32637B58-87C1-446D-BDA9-B06F4BCF7782}" type="datetimeFigureOut">
              <a:rPr lang="en-US" smtClean="0"/>
              <a:t>11/15/2021</a:t>
            </a:fld>
            <a:endParaRPr lang="en-US"/>
          </a:p>
        </p:txBody>
      </p:sp>
      <p:sp>
        <p:nvSpPr>
          <p:cNvPr id="6" name="Footer Placeholder 5">
            <a:extLst>
              <a:ext uri="{FF2B5EF4-FFF2-40B4-BE49-F238E27FC236}">
                <a16:creationId xmlns:a16="http://schemas.microsoft.com/office/drawing/2014/main" id="{BC0C3E24-28E2-4512-BEA0-DAEC5E846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F04F0D-DA84-434D-B136-BEE9FD80AB95}"/>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2319214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05F0-2B44-47BC-86B3-58E2C70806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A5B5DA-7628-4AC1-8EAE-5010C2A98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A4E7C3-7830-49F3-9F45-4B2F2B4CAC93}"/>
              </a:ext>
            </a:extLst>
          </p:cNvPr>
          <p:cNvSpPr>
            <a:spLocks noGrp="1"/>
          </p:cNvSpPr>
          <p:nvPr>
            <p:ph type="dt" sz="half" idx="10"/>
          </p:nvPr>
        </p:nvSpPr>
        <p:spPr/>
        <p:txBody>
          <a:bodyPr/>
          <a:lstStyle/>
          <a:p>
            <a:fld id="{32637B58-87C1-446D-BDA9-B06F4BCF7782}" type="datetimeFigureOut">
              <a:rPr lang="en-US" smtClean="0"/>
              <a:t>11/15/2021</a:t>
            </a:fld>
            <a:endParaRPr lang="en-US"/>
          </a:p>
        </p:txBody>
      </p:sp>
      <p:sp>
        <p:nvSpPr>
          <p:cNvPr id="5" name="Footer Placeholder 4">
            <a:extLst>
              <a:ext uri="{FF2B5EF4-FFF2-40B4-BE49-F238E27FC236}">
                <a16:creationId xmlns:a16="http://schemas.microsoft.com/office/drawing/2014/main" id="{1845E328-AD12-449C-BE6E-76DF005E86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0F374F-390D-49D8-A7C8-5BEFA3532345}"/>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1382842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50F530-2925-4F98-89EC-95C2EC4769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A79366-3281-483D-8731-0D01B2B24A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5ED8B2-BE7F-4417-8A8A-A95C8BB70827}"/>
              </a:ext>
            </a:extLst>
          </p:cNvPr>
          <p:cNvSpPr>
            <a:spLocks noGrp="1"/>
          </p:cNvSpPr>
          <p:nvPr>
            <p:ph type="dt" sz="half" idx="10"/>
          </p:nvPr>
        </p:nvSpPr>
        <p:spPr/>
        <p:txBody>
          <a:bodyPr/>
          <a:lstStyle/>
          <a:p>
            <a:fld id="{32637B58-87C1-446D-BDA9-B06F4BCF7782}" type="datetimeFigureOut">
              <a:rPr lang="en-US" smtClean="0"/>
              <a:t>11/15/2021</a:t>
            </a:fld>
            <a:endParaRPr lang="en-US"/>
          </a:p>
        </p:txBody>
      </p:sp>
      <p:sp>
        <p:nvSpPr>
          <p:cNvPr id="5" name="Footer Placeholder 4">
            <a:extLst>
              <a:ext uri="{FF2B5EF4-FFF2-40B4-BE49-F238E27FC236}">
                <a16:creationId xmlns:a16="http://schemas.microsoft.com/office/drawing/2014/main" id="{A01A0D96-671F-4A85-89C6-946624CB1E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5BA434-2E32-4719-B45C-0490D685265D}"/>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1071119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7A08E557-10DB-421A-876E-1AE58F8E07C4}"/>
              </a:ext>
            </a:extLst>
          </p:cNvPr>
          <p:cNvSpPr/>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ooter Placeholder 4">
            <a:extLst>
              <a:ext uri="{FF2B5EF4-FFF2-40B4-BE49-F238E27FC236}">
                <a16:creationId xmlns:a16="http://schemas.microsoft.com/office/drawing/2014/main" id="{EC2EBCA0-8609-4F35-8CA7-7AD35FDACD73}"/>
              </a:ext>
            </a:extLst>
          </p:cNvPr>
          <p:cNvSpPr>
            <a:spLocks noGrp="1"/>
          </p:cNvSpPr>
          <p:nvPr>
            <p:ph type="ftr" sz="quarter" idx="3"/>
          </p:nvPr>
        </p:nvSpPr>
        <p:spPr>
          <a:xfrm>
            <a:off x="175613" y="6434560"/>
            <a:ext cx="3428012" cy="365125"/>
          </a:xfrm>
          <a:prstGeom prst="rect">
            <a:avLst/>
          </a:prstGeom>
        </p:spPr>
        <p:txBody>
          <a:bodyPr vert="horz" lIns="91440" tIns="45720" rIns="91440" bIns="45720" rtlCol="0" anchor="ctr"/>
          <a:lstStyle>
            <a:lvl1pPr algn="l">
              <a:defRPr sz="1050" spc="50" baseline="0">
                <a:solidFill>
                  <a:schemeClr val="accent2"/>
                </a:solidFill>
                <a:latin typeface="+mn-lt"/>
              </a:defRPr>
            </a:lvl1pPr>
          </a:lstStyle>
          <a:p>
            <a:endParaRPr lang="en-US"/>
          </a:p>
        </p:txBody>
      </p:sp>
      <p:sp>
        <p:nvSpPr>
          <p:cNvPr id="2" name="Title Placeholder 1">
            <a:extLst>
              <a:ext uri="{FF2B5EF4-FFF2-40B4-BE49-F238E27FC236}">
                <a16:creationId xmlns:a16="http://schemas.microsoft.com/office/drawing/2014/main" id="{BFDA9639-38D2-4CD4-A861-F6B4C6CB99BD}"/>
              </a:ext>
            </a:extLst>
          </p:cNvPr>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DAF00B1-16C1-47B3-A7A0-B71468312896}"/>
              </a:ext>
            </a:extLst>
          </p:cNvPr>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BCF9501-5B6B-4DAF-B59D-3C129ED805AC}"/>
              </a:ext>
            </a:extLst>
          </p:cNvPr>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fld id="{32637B58-87C1-446D-BDA9-B06F4BCF7782}" type="datetimeFigureOut">
              <a:rPr lang="en-US" smtClean="0"/>
              <a:pPr/>
              <a:t>11/15/2021</a:t>
            </a:fld>
            <a:endParaRPr lang="en-US" dirty="0"/>
          </a:p>
        </p:txBody>
      </p:sp>
      <p:sp>
        <p:nvSpPr>
          <p:cNvPr id="6" name="Slide Number Placeholder 5">
            <a:extLst>
              <a:ext uri="{FF2B5EF4-FFF2-40B4-BE49-F238E27FC236}">
                <a16:creationId xmlns:a16="http://schemas.microsoft.com/office/drawing/2014/main" id="{37685DBD-B7AE-41D8-8CF1-B21CD58E1B45}"/>
              </a:ext>
            </a:extLst>
          </p:cNvPr>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pPr/>
              <a:t>‹#›</a:t>
            </a:fld>
            <a:endParaRPr lang="en-US"/>
          </a:p>
        </p:txBody>
      </p:sp>
    </p:spTree>
    <p:extLst>
      <p:ext uri="{BB962C8B-B14F-4D97-AF65-F5344CB8AC3E}">
        <p14:creationId xmlns:p14="http://schemas.microsoft.com/office/powerpoint/2010/main" val="647114389"/>
      </p:ext>
    </p:extLst>
  </p:cSld>
  <p:clrMap bg1="lt1" tx1="dk1" bg2="lt2" tx2="dk2" accent1="accent1" accent2="accent2" accent3="accent3" accent4="accent4" accent5="accent5" accent6="accent6" hlink="hlink" folHlink="folHlink"/>
  <p:sldLayoutIdLst>
    <p:sldLayoutId id="2147483679" r:id="rId1"/>
    <p:sldLayoutId id="2147483678" r:id="rId2"/>
    <p:sldLayoutId id="2147483677" r:id="rId3"/>
    <p:sldLayoutId id="2147483671" r:id="rId4"/>
    <p:sldLayoutId id="2147483672" r:id="rId5"/>
    <p:sldLayoutId id="2147483666" r:id="rId6"/>
    <p:sldLayoutId id="2147483676" r:id="rId7"/>
    <p:sldLayoutId id="2147483663" r:id="rId8"/>
    <p:sldLayoutId id="2147483675" r:id="rId9"/>
    <p:sldLayoutId id="2147483665" r:id="rId10"/>
    <p:sldLayoutId id="2147483674" r:id="rId11"/>
  </p:sldLayoutIdLst>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F0D3EE-070A-4852-8B5A-AA44D3E816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6F84D80-35B1-45B0-84DF-5743E83EE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C425E51-0F1B-4840-982B-B92C28F42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096486"/>
            <a:ext cx="12192607" cy="5779769"/>
          </a:xfrm>
          <a:custGeom>
            <a:avLst/>
            <a:gdLst>
              <a:gd name="connsiteX0" fmla="*/ 0 w 12192607"/>
              <a:gd name="connsiteY0" fmla="*/ 0 h 5779769"/>
              <a:gd name="connsiteX1" fmla="*/ 12192607 w 12192607"/>
              <a:gd name="connsiteY1" fmla="*/ 0 h 5779769"/>
              <a:gd name="connsiteX2" fmla="*/ 12192607 w 12192607"/>
              <a:gd name="connsiteY2" fmla="*/ 614088 h 5779769"/>
              <a:gd name="connsiteX3" fmla="*/ 12192607 w 12192607"/>
              <a:gd name="connsiteY3" fmla="*/ 1275833 h 5779769"/>
              <a:gd name="connsiteX4" fmla="*/ 12192607 w 12192607"/>
              <a:gd name="connsiteY4" fmla="*/ 2214293 h 5779769"/>
              <a:gd name="connsiteX5" fmla="*/ 11845200 w 12192607"/>
              <a:gd name="connsiteY5" fmla="*/ 2214293 h 5779769"/>
              <a:gd name="connsiteX6" fmla="*/ 11845200 w 12192607"/>
              <a:gd name="connsiteY6" fmla="*/ 2214290 h 5779769"/>
              <a:gd name="connsiteX7" fmla="*/ 3758932 w 12192607"/>
              <a:gd name="connsiteY7" fmla="*/ 2214290 h 5779769"/>
              <a:gd name="connsiteX8" fmla="*/ 3758932 w 12192607"/>
              <a:gd name="connsiteY8" fmla="*/ 2216824 h 5779769"/>
              <a:gd name="connsiteX9" fmla="*/ 3658749 w 12192607"/>
              <a:gd name="connsiteY9" fmla="*/ 2214290 h 5779769"/>
              <a:gd name="connsiteX10" fmla="*/ 19494 w 12192607"/>
              <a:gd name="connsiteY10" fmla="*/ 5498408 h 5779769"/>
              <a:gd name="connsiteX11" fmla="*/ 5286 w 12192607"/>
              <a:gd name="connsiteY11" fmla="*/ 5779769 h 5779769"/>
              <a:gd name="connsiteX12" fmla="*/ 607 w 12192607"/>
              <a:gd name="connsiteY12" fmla="*/ 5779769 h 5779769"/>
              <a:gd name="connsiteX13" fmla="*/ 607 w 12192607"/>
              <a:gd name="connsiteY13" fmla="*/ 1275833 h 5779769"/>
              <a:gd name="connsiteX14" fmla="*/ 0 w 12192607"/>
              <a:gd name="connsiteY14" fmla="*/ 1275833 h 5779769"/>
              <a:gd name="connsiteX0" fmla="*/ 0 w 12192607"/>
              <a:gd name="connsiteY0" fmla="*/ 0 h 5779769"/>
              <a:gd name="connsiteX1" fmla="*/ 12192607 w 12192607"/>
              <a:gd name="connsiteY1" fmla="*/ 0 h 5779769"/>
              <a:gd name="connsiteX2" fmla="*/ 12192607 w 12192607"/>
              <a:gd name="connsiteY2" fmla="*/ 614088 h 5779769"/>
              <a:gd name="connsiteX3" fmla="*/ 12192607 w 12192607"/>
              <a:gd name="connsiteY3" fmla="*/ 1275833 h 5779769"/>
              <a:gd name="connsiteX4" fmla="*/ 12192607 w 12192607"/>
              <a:gd name="connsiteY4" fmla="*/ 2214293 h 5779769"/>
              <a:gd name="connsiteX5" fmla="*/ 11845200 w 12192607"/>
              <a:gd name="connsiteY5" fmla="*/ 2214293 h 5779769"/>
              <a:gd name="connsiteX6" fmla="*/ 11845200 w 12192607"/>
              <a:gd name="connsiteY6" fmla="*/ 2214290 h 5779769"/>
              <a:gd name="connsiteX7" fmla="*/ 3758932 w 12192607"/>
              <a:gd name="connsiteY7" fmla="*/ 2214290 h 5779769"/>
              <a:gd name="connsiteX8" fmla="*/ 3658749 w 12192607"/>
              <a:gd name="connsiteY8" fmla="*/ 2214290 h 5779769"/>
              <a:gd name="connsiteX9" fmla="*/ 19494 w 12192607"/>
              <a:gd name="connsiteY9" fmla="*/ 5498408 h 5779769"/>
              <a:gd name="connsiteX10" fmla="*/ 5286 w 12192607"/>
              <a:gd name="connsiteY10" fmla="*/ 5779769 h 5779769"/>
              <a:gd name="connsiteX11" fmla="*/ 607 w 12192607"/>
              <a:gd name="connsiteY11" fmla="*/ 5779769 h 5779769"/>
              <a:gd name="connsiteX12" fmla="*/ 607 w 12192607"/>
              <a:gd name="connsiteY12" fmla="*/ 1275833 h 5779769"/>
              <a:gd name="connsiteX13" fmla="*/ 0 w 12192607"/>
              <a:gd name="connsiteY13" fmla="*/ 1275833 h 5779769"/>
              <a:gd name="connsiteX14" fmla="*/ 0 w 12192607"/>
              <a:gd name="connsiteY14" fmla="*/ 0 h 5779769"/>
              <a:gd name="connsiteX0" fmla="*/ 0 w 12192607"/>
              <a:gd name="connsiteY0" fmla="*/ 0 h 5779769"/>
              <a:gd name="connsiteX1" fmla="*/ 12192607 w 12192607"/>
              <a:gd name="connsiteY1" fmla="*/ 0 h 5779769"/>
              <a:gd name="connsiteX2" fmla="*/ 12192607 w 12192607"/>
              <a:gd name="connsiteY2" fmla="*/ 614088 h 5779769"/>
              <a:gd name="connsiteX3" fmla="*/ 12192607 w 12192607"/>
              <a:gd name="connsiteY3" fmla="*/ 1275833 h 5779769"/>
              <a:gd name="connsiteX4" fmla="*/ 12192607 w 12192607"/>
              <a:gd name="connsiteY4" fmla="*/ 2214293 h 5779769"/>
              <a:gd name="connsiteX5" fmla="*/ 11845200 w 12192607"/>
              <a:gd name="connsiteY5" fmla="*/ 2214293 h 5779769"/>
              <a:gd name="connsiteX6" fmla="*/ 3758932 w 12192607"/>
              <a:gd name="connsiteY6" fmla="*/ 2214290 h 5779769"/>
              <a:gd name="connsiteX7" fmla="*/ 3658749 w 12192607"/>
              <a:gd name="connsiteY7" fmla="*/ 2214290 h 5779769"/>
              <a:gd name="connsiteX8" fmla="*/ 19494 w 12192607"/>
              <a:gd name="connsiteY8" fmla="*/ 5498408 h 5779769"/>
              <a:gd name="connsiteX9" fmla="*/ 5286 w 12192607"/>
              <a:gd name="connsiteY9" fmla="*/ 5779769 h 5779769"/>
              <a:gd name="connsiteX10" fmla="*/ 607 w 12192607"/>
              <a:gd name="connsiteY10" fmla="*/ 5779769 h 5779769"/>
              <a:gd name="connsiteX11" fmla="*/ 607 w 12192607"/>
              <a:gd name="connsiteY11" fmla="*/ 1275833 h 5779769"/>
              <a:gd name="connsiteX12" fmla="*/ 0 w 12192607"/>
              <a:gd name="connsiteY12" fmla="*/ 1275833 h 5779769"/>
              <a:gd name="connsiteX13" fmla="*/ 0 w 12192607"/>
              <a:gd name="connsiteY13" fmla="*/ 0 h 5779769"/>
              <a:gd name="connsiteX0" fmla="*/ 0 w 12192607"/>
              <a:gd name="connsiteY0" fmla="*/ 0 h 5779769"/>
              <a:gd name="connsiteX1" fmla="*/ 12192607 w 12192607"/>
              <a:gd name="connsiteY1" fmla="*/ 0 h 5779769"/>
              <a:gd name="connsiteX2" fmla="*/ 12192607 w 12192607"/>
              <a:gd name="connsiteY2" fmla="*/ 614088 h 5779769"/>
              <a:gd name="connsiteX3" fmla="*/ 12192607 w 12192607"/>
              <a:gd name="connsiteY3" fmla="*/ 1275833 h 5779769"/>
              <a:gd name="connsiteX4" fmla="*/ 12192607 w 12192607"/>
              <a:gd name="connsiteY4" fmla="*/ 2214293 h 5779769"/>
              <a:gd name="connsiteX5" fmla="*/ 3758932 w 12192607"/>
              <a:gd name="connsiteY5" fmla="*/ 2214290 h 5779769"/>
              <a:gd name="connsiteX6" fmla="*/ 3658749 w 12192607"/>
              <a:gd name="connsiteY6" fmla="*/ 2214290 h 5779769"/>
              <a:gd name="connsiteX7" fmla="*/ 19494 w 12192607"/>
              <a:gd name="connsiteY7" fmla="*/ 5498408 h 5779769"/>
              <a:gd name="connsiteX8" fmla="*/ 5286 w 12192607"/>
              <a:gd name="connsiteY8" fmla="*/ 5779769 h 5779769"/>
              <a:gd name="connsiteX9" fmla="*/ 607 w 12192607"/>
              <a:gd name="connsiteY9" fmla="*/ 5779769 h 5779769"/>
              <a:gd name="connsiteX10" fmla="*/ 607 w 12192607"/>
              <a:gd name="connsiteY10" fmla="*/ 1275833 h 5779769"/>
              <a:gd name="connsiteX11" fmla="*/ 0 w 12192607"/>
              <a:gd name="connsiteY11" fmla="*/ 1275833 h 5779769"/>
              <a:gd name="connsiteX12" fmla="*/ 0 w 12192607"/>
              <a:gd name="connsiteY12" fmla="*/ 0 h 5779769"/>
              <a:gd name="connsiteX0" fmla="*/ 0 w 12192607"/>
              <a:gd name="connsiteY0" fmla="*/ 0 h 5779769"/>
              <a:gd name="connsiteX1" fmla="*/ 12192607 w 12192607"/>
              <a:gd name="connsiteY1" fmla="*/ 0 h 5779769"/>
              <a:gd name="connsiteX2" fmla="*/ 12192607 w 12192607"/>
              <a:gd name="connsiteY2" fmla="*/ 614088 h 5779769"/>
              <a:gd name="connsiteX3" fmla="*/ 12192607 w 12192607"/>
              <a:gd name="connsiteY3" fmla="*/ 1275833 h 5779769"/>
              <a:gd name="connsiteX4" fmla="*/ 12192607 w 12192607"/>
              <a:gd name="connsiteY4" fmla="*/ 2214293 h 5779769"/>
              <a:gd name="connsiteX5" fmla="*/ 3658749 w 12192607"/>
              <a:gd name="connsiteY5" fmla="*/ 2214290 h 5779769"/>
              <a:gd name="connsiteX6" fmla="*/ 19494 w 12192607"/>
              <a:gd name="connsiteY6" fmla="*/ 5498408 h 5779769"/>
              <a:gd name="connsiteX7" fmla="*/ 5286 w 12192607"/>
              <a:gd name="connsiteY7" fmla="*/ 5779769 h 5779769"/>
              <a:gd name="connsiteX8" fmla="*/ 607 w 12192607"/>
              <a:gd name="connsiteY8" fmla="*/ 5779769 h 5779769"/>
              <a:gd name="connsiteX9" fmla="*/ 607 w 12192607"/>
              <a:gd name="connsiteY9" fmla="*/ 1275833 h 5779769"/>
              <a:gd name="connsiteX10" fmla="*/ 0 w 12192607"/>
              <a:gd name="connsiteY10" fmla="*/ 1275833 h 5779769"/>
              <a:gd name="connsiteX11" fmla="*/ 0 w 12192607"/>
              <a:gd name="connsiteY11" fmla="*/ 0 h 577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607" h="5779769">
                <a:moveTo>
                  <a:pt x="0" y="0"/>
                </a:moveTo>
                <a:lnTo>
                  <a:pt x="12192607" y="0"/>
                </a:lnTo>
                <a:lnTo>
                  <a:pt x="12192607" y="614088"/>
                </a:lnTo>
                <a:lnTo>
                  <a:pt x="12192607" y="1275833"/>
                </a:lnTo>
                <a:lnTo>
                  <a:pt x="12192607" y="2214293"/>
                </a:lnTo>
                <a:lnTo>
                  <a:pt x="3658749" y="2214290"/>
                </a:lnTo>
                <a:cubicBezTo>
                  <a:pt x="1764684" y="2214290"/>
                  <a:pt x="206827" y="3653768"/>
                  <a:pt x="19494" y="5498408"/>
                </a:cubicBezTo>
                <a:lnTo>
                  <a:pt x="5286" y="5779769"/>
                </a:lnTo>
                <a:lnTo>
                  <a:pt x="607" y="5779769"/>
                </a:lnTo>
                <a:lnTo>
                  <a:pt x="607" y="1275833"/>
                </a:lnTo>
                <a:lnTo>
                  <a:pt x="0" y="1275833"/>
                </a:lnTo>
                <a:lnTo>
                  <a:pt x="0" y="0"/>
                </a:ln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23EDB88-A5F6-4BA8-9DFE-7C07E5A069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646" y="0"/>
            <a:ext cx="11905352" cy="6858000"/>
          </a:xfrm>
          <a:custGeom>
            <a:avLst/>
            <a:gdLst>
              <a:gd name="connsiteX0" fmla="*/ 154644 w 11905352"/>
              <a:gd name="connsiteY0" fmla="*/ 0 h 6858000"/>
              <a:gd name="connsiteX1" fmla="*/ 5037827 w 11905352"/>
              <a:gd name="connsiteY1" fmla="*/ 0 h 6858000"/>
              <a:gd name="connsiteX2" fmla="*/ 5869355 w 11905352"/>
              <a:gd name="connsiteY2" fmla="*/ 0 h 6858000"/>
              <a:gd name="connsiteX3" fmla="*/ 11905352 w 11905352"/>
              <a:gd name="connsiteY3" fmla="*/ 0 h 6858000"/>
              <a:gd name="connsiteX4" fmla="*/ 11905352 w 11905352"/>
              <a:gd name="connsiteY4" fmla="*/ 6858000 h 6858000"/>
              <a:gd name="connsiteX5" fmla="*/ 5869355 w 11905352"/>
              <a:gd name="connsiteY5" fmla="*/ 6858000 h 6858000"/>
              <a:gd name="connsiteX6" fmla="*/ 5037827 w 11905352"/>
              <a:gd name="connsiteY6" fmla="*/ 6858000 h 6858000"/>
              <a:gd name="connsiteX7" fmla="*/ 0 w 11905352"/>
              <a:gd name="connsiteY7" fmla="*/ 6858000 h 6858000"/>
              <a:gd name="connsiteX8" fmla="*/ 3430955 w 11905352"/>
              <a:gd name="connsiteY8" fmla="*/ 3427045 h 6858000"/>
              <a:gd name="connsiteX9" fmla="*/ 176556 w 11905352"/>
              <a:gd name="connsiteY9" fmla="*/ 55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5352" h="6858000">
                <a:moveTo>
                  <a:pt x="154644" y="0"/>
                </a:moveTo>
                <a:lnTo>
                  <a:pt x="5037827" y="0"/>
                </a:lnTo>
                <a:lnTo>
                  <a:pt x="5869355" y="0"/>
                </a:lnTo>
                <a:lnTo>
                  <a:pt x="11905352" y="0"/>
                </a:lnTo>
                <a:lnTo>
                  <a:pt x="11905352" y="6858000"/>
                </a:lnTo>
                <a:lnTo>
                  <a:pt x="5869355" y="6858000"/>
                </a:lnTo>
                <a:lnTo>
                  <a:pt x="5037827" y="6858000"/>
                </a:lnTo>
                <a:lnTo>
                  <a:pt x="0" y="6858000"/>
                </a:lnTo>
                <a:cubicBezTo>
                  <a:pt x="1894864" y="6858000"/>
                  <a:pt x="3430955" y="5321909"/>
                  <a:pt x="3430955" y="3427045"/>
                </a:cubicBezTo>
                <a:cubicBezTo>
                  <a:pt x="3430955" y="1591396"/>
                  <a:pt x="1989370" y="92446"/>
                  <a:pt x="176556" y="554"/>
                </a:cubicBezTo>
                <a:close/>
              </a:path>
            </a:pathLst>
          </a:custGeom>
          <a:solidFill>
            <a:schemeClr val="accent2">
              <a:lumMod val="60000"/>
              <a:lumOff val="40000"/>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569F247B-257A-498F-9D12-D98D33DB6A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95316" y="-49794"/>
            <a:ext cx="3132577" cy="3260792"/>
          </a:xfrm>
          <a:custGeom>
            <a:avLst/>
            <a:gdLst>
              <a:gd name="connsiteX0" fmla="*/ 3132577 w 3132577"/>
              <a:gd name="connsiteY0" fmla="*/ 0 h 3260792"/>
              <a:gd name="connsiteX1" fmla="*/ 3132577 w 3132577"/>
              <a:gd name="connsiteY1" fmla="*/ 3260792 h 3260792"/>
              <a:gd name="connsiteX2" fmla="*/ 0 w 3132577"/>
              <a:gd name="connsiteY2" fmla="*/ 3260792 h 3260792"/>
              <a:gd name="connsiteX3" fmla="*/ 49518 w 3132577"/>
              <a:gd name="connsiteY3" fmla="*/ 3254500 h 3260792"/>
              <a:gd name="connsiteX4" fmla="*/ 3131620 w 3132577"/>
              <a:gd name="connsiteY4" fmla="*/ 12589 h 32607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2577" h="3260792">
                <a:moveTo>
                  <a:pt x="3132577" y="0"/>
                </a:moveTo>
                <a:lnTo>
                  <a:pt x="3132577" y="3260792"/>
                </a:lnTo>
                <a:lnTo>
                  <a:pt x="0" y="3260792"/>
                </a:lnTo>
                <a:lnTo>
                  <a:pt x="49518" y="3254500"/>
                </a:lnTo>
                <a:cubicBezTo>
                  <a:pt x="1684321" y="3004707"/>
                  <a:pt x="2963023" y="1672736"/>
                  <a:pt x="3131620" y="12589"/>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600076" y="531018"/>
            <a:ext cx="9946060" cy="2366263"/>
          </a:xfrm>
        </p:spPr>
        <p:txBody>
          <a:bodyPr>
            <a:normAutofit/>
          </a:bodyPr>
          <a:lstStyle/>
          <a:p>
            <a:pPr algn="ctr"/>
            <a:r>
              <a:rPr lang="en-US" dirty="0">
                <a:solidFill>
                  <a:srgbClr val="FFFFFF"/>
                </a:solidFill>
              </a:rPr>
              <a:t>ONLINE SHOPPING PORTAL</a:t>
            </a:r>
            <a:endParaRPr lang="en-US"/>
          </a:p>
        </p:txBody>
      </p:sp>
      <p:sp>
        <p:nvSpPr>
          <p:cNvPr id="3" name="Subtitle 2"/>
          <p:cNvSpPr>
            <a:spLocks noGrp="1"/>
          </p:cNvSpPr>
          <p:nvPr>
            <p:ph type="subTitle" idx="1"/>
          </p:nvPr>
        </p:nvSpPr>
        <p:spPr>
          <a:xfrm>
            <a:off x="933450" y="3983832"/>
            <a:ext cx="10039348" cy="2188368"/>
          </a:xfrm>
        </p:spPr>
        <p:txBody>
          <a:bodyPr anchor="ctr">
            <a:normAutofit/>
          </a:bodyPr>
          <a:lstStyle/>
          <a:p>
            <a:pPr algn="ctr"/>
            <a:r>
              <a:rPr lang="en-US" dirty="0">
                <a:solidFill>
                  <a:srgbClr val="FFFFFF"/>
                </a:solidFill>
              </a:rPr>
              <a:t>Team </a:t>
            </a:r>
            <a:endParaRPr lang="en-US">
              <a:solidFill>
                <a:srgbClr val="FFFFFF"/>
              </a:solidFill>
            </a:endParaRPr>
          </a:p>
          <a:p>
            <a:pPr algn="ctr"/>
            <a:r>
              <a:rPr lang="en-US" dirty="0">
                <a:solidFill>
                  <a:srgbClr val="FFFFFF"/>
                </a:solidFill>
              </a:rPr>
              <a:t> Mahesh </a:t>
            </a:r>
            <a:r>
              <a:rPr lang="en-US" dirty="0" err="1">
                <a:solidFill>
                  <a:schemeClr val="bg2"/>
                </a:solidFill>
                <a:ea typeface="+mn-lt"/>
                <a:cs typeface="+mn-lt"/>
              </a:rPr>
              <a:t>Parikipandla</a:t>
            </a:r>
            <a:endParaRPr lang="en-US">
              <a:solidFill>
                <a:schemeClr val="bg2"/>
              </a:solidFill>
              <a:ea typeface="+mn-lt"/>
              <a:cs typeface="+mn-lt"/>
            </a:endParaRPr>
          </a:p>
          <a:p>
            <a:pPr algn="ctr"/>
            <a:r>
              <a:rPr lang="en-US" dirty="0">
                <a:solidFill>
                  <a:srgbClr val="FFFFFF"/>
                </a:solidFill>
              </a:rPr>
              <a:t>Pooja Kadam</a:t>
            </a:r>
          </a:p>
          <a:p>
            <a:pPr algn="ctr"/>
            <a:r>
              <a:rPr lang="en-US" dirty="0">
                <a:solidFill>
                  <a:srgbClr val="FFFFFF"/>
                </a:solidFill>
              </a:rPr>
              <a:t>Santhosh Kumar</a:t>
            </a:r>
          </a:p>
          <a:p>
            <a:pPr algn="ctr"/>
            <a:r>
              <a:rPr lang="en-US" dirty="0">
                <a:solidFill>
                  <a:srgbClr val="FFFFFF"/>
                </a:solidFill>
              </a:rPr>
              <a:t>Thanu Priya</a:t>
            </a:r>
          </a:p>
        </p:txBody>
      </p:sp>
    </p:spTree>
    <p:extLst>
      <p:ext uri="{BB962C8B-B14F-4D97-AF65-F5344CB8AC3E}">
        <p14:creationId xmlns:p14="http://schemas.microsoft.com/office/powerpoint/2010/main" val="2299734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09CA6CC-C9DF-440F-BE30-1167A921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F82D7C3-4329-485C-9C81-FB5BA3FA96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8146" y="0"/>
            <a:ext cx="7643854" cy="6858000"/>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4354DE-21BA-495E-9796-EE0BFE355883}"/>
              </a:ext>
            </a:extLst>
          </p:cNvPr>
          <p:cNvSpPr>
            <a:spLocks noGrp="1"/>
          </p:cNvSpPr>
          <p:nvPr>
            <p:ph type="title"/>
          </p:nvPr>
        </p:nvSpPr>
        <p:spPr>
          <a:xfrm>
            <a:off x="5963479" y="596393"/>
            <a:ext cx="5618922" cy="1542507"/>
          </a:xfrm>
        </p:spPr>
        <p:txBody>
          <a:bodyPr>
            <a:normAutofit/>
          </a:bodyPr>
          <a:lstStyle/>
          <a:p>
            <a:r>
              <a:rPr lang="en-US">
                <a:solidFill>
                  <a:srgbClr val="FFFFFF"/>
                </a:solidFill>
              </a:rPr>
              <a:t>CONTENTS</a:t>
            </a:r>
          </a:p>
        </p:txBody>
      </p:sp>
      <p:pic>
        <p:nvPicPr>
          <p:cNvPr id="5" name="Picture 4" descr="Rédaction d’un rendez-vous sur un agenda papier">
            <a:extLst>
              <a:ext uri="{FF2B5EF4-FFF2-40B4-BE49-F238E27FC236}">
                <a16:creationId xmlns:a16="http://schemas.microsoft.com/office/drawing/2014/main" id="{0C254472-BC3A-49BC-87F8-1AE85C1DC5FD}"/>
              </a:ext>
            </a:extLst>
          </p:cNvPr>
          <p:cNvPicPr>
            <a:picLocks noChangeAspect="1"/>
          </p:cNvPicPr>
          <p:nvPr/>
        </p:nvPicPr>
        <p:blipFill rotWithShape="1">
          <a:blip r:embed="rId2"/>
          <a:srcRect r="49640" b="-3"/>
          <a:stretch/>
        </p:blipFill>
        <p:spPr>
          <a:xfrm>
            <a:off x="20" y="5379"/>
            <a:ext cx="5181578" cy="6858000"/>
          </a:xfrm>
          <a:prstGeom prst="rect">
            <a:avLst/>
          </a:prstGeom>
        </p:spPr>
      </p:pic>
      <p:sp>
        <p:nvSpPr>
          <p:cNvPr id="3" name="Content Placeholder 2">
            <a:extLst>
              <a:ext uri="{FF2B5EF4-FFF2-40B4-BE49-F238E27FC236}">
                <a16:creationId xmlns:a16="http://schemas.microsoft.com/office/drawing/2014/main" id="{F3BF3C87-EB53-4DF2-8FC2-77B09D4C0FA9}"/>
              </a:ext>
            </a:extLst>
          </p:cNvPr>
          <p:cNvSpPr>
            <a:spLocks noGrp="1"/>
          </p:cNvSpPr>
          <p:nvPr>
            <p:ph idx="1"/>
          </p:nvPr>
        </p:nvSpPr>
        <p:spPr>
          <a:xfrm>
            <a:off x="6092267" y="1709605"/>
            <a:ext cx="5618922" cy="4730904"/>
          </a:xfrm>
        </p:spPr>
        <p:txBody>
          <a:bodyPr vert="horz" lIns="91440" tIns="45720" rIns="91440" bIns="45720" rtlCol="0" anchor="t">
            <a:normAutofit/>
          </a:bodyPr>
          <a:lstStyle/>
          <a:p>
            <a:pPr marL="0" indent="0">
              <a:buNone/>
            </a:pPr>
            <a:endParaRPr lang="en-US" dirty="0">
              <a:solidFill>
                <a:srgbClr val="FFFFFF"/>
              </a:solidFill>
            </a:endParaRPr>
          </a:p>
          <a:p>
            <a:r>
              <a:rPr lang="en-US" dirty="0">
                <a:solidFill>
                  <a:srgbClr val="FFFFFF"/>
                </a:solidFill>
              </a:rPr>
              <a:t>PROBLEM STATEMENT</a:t>
            </a:r>
          </a:p>
          <a:p>
            <a:r>
              <a:rPr lang="en-US" dirty="0">
                <a:solidFill>
                  <a:srgbClr val="FFFFFF"/>
                </a:solidFill>
              </a:rPr>
              <a:t>SHORT DESCRIPTION</a:t>
            </a:r>
          </a:p>
          <a:p>
            <a:r>
              <a:rPr lang="en-US" dirty="0">
                <a:solidFill>
                  <a:srgbClr val="FFFFFF"/>
                </a:solidFill>
              </a:rPr>
              <a:t>DESIGN</a:t>
            </a:r>
          </a:p>
          <a:p>
            <a:r>
              <a:rPr lang="en-US" dirty="0">
                <a:solidFill>
                  <a:srgbClr val="FFFFFF"/>
                </a:solidFill>
              </a:rPr>
              <a:t>TECHNOLOGY USED</a:t>
            </a:r>
          </a:p>
          <a:p>
            <a:r>
              <a:rPr lang="en-US" dirty="0">
                <a:solidFill>
                  <a:srgbClr val="FFFFFF"/>
                </a:solidFill>
              </a:rPr>
              <a:t>SCREEN SHOTS</a:t>
            </a:r>
          </a:p>
          <a:p>
            <a:pPr marL="342900" indent="-342900"/>
            <a:r>
              <a:rPr lang="en-US" dirty="0">
                <a:solidFill>
                  <a:srgbClr val="FFFFFF"/>
                </a:solidFill>
              </a:rPr>
              <a:t>CONCLUSION</a:t>
            </a:r>
          </a:p>
          <a:p>
            <a:pPr marL="0" indent="0">
              <a:buNone/>
            </a:pPr>
            <a:endParaRPr lang="en-US" dirty="0">
              <a:solidFill>
                <a:srgbClr val="FFFFFF"/>
              </a:solidFill>
            </a:endParaRPr>
          </a:p>
          <a:p>
            <a:endParaRPr lang="en-US" dirty="0">
              <a:solidFill>
                <a:srgbClr val="FFFFFF"/>
              </a:solidFill>
            </a:endParaRPr>
          </a:p>
          <a:p>
            <a:endParaRPr lang="en-US" dirty="0">
              <a:solidFill>
                <a:srgbClr val="FFFFFF"/>
              </a:solidFill>
            </a:endParaRPr>
          </a:p>
        </p:txBody>
      </p:sp>
      <p:sp>
        <p:nvSpPr>
          <p:cNvPr id="13" name="Freeform: Shape 12">
            <a:extLst>
              <a:ext uri="{FF2B5EF4-FFF2-40B4-BE49-F238E27FC236}">
                <a16:creationId xmlns:a16="http://schemas.microsoft.com/office/drawing/2014/main" id="{B4A844BD-14AA-428F-A577-AF00BC374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005014" y="3249456"/>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B5E57564-AF5B-45C2-9B42-165C77BE88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005012" y="3249456"/>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313532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4FA68-4D79-4251-BCBD-0F84738880ED}"/>
              </a:ext>
            </a:extLst>
          </p:cNvPr>
          <p:cNvSpPr>
            <a:spLocks noGrp="1"/>
          </p:cNvSpPr>
          <p:nvPr>
            <p:ph type="title"/>
          </p:nvPr>
        </p:nvSpPr>
        <p:spPr/>
        <p:txBody>
          <a:bodyPr/>
          <a:lstStyle/>
          <a:p>
            <a:pPr algn="ctr"/>
            <a:r>
              <a:rPr lang="en-US" dirty="0"/>
              <a:t>PROBLEM STATEMENT</a:t>
            </a:r>
          </a:p>
        </p:txBody>
      </p:sp>
      <p:sp>
        <p:nvSpPr>
          <p:cNvPr id="3" name="Content Placeholder 2">
            <a:extLst>
              <a:ext uri="{FF2B5EF4-FFF2-40B4-BE49-F238E27FC236}">
                <a16:creationId xmlns:a16="http://schemas.microsoft.com/office/drawing/2014/main" id="{78F5BEC5-9EC0-4CB0-BDF9-2A76869EE319}"/>
              </a:ext>
            </a:extLst>
          </p:cNvPr>
          <p:cNvSpPr>
            <a:spLocks noGrp="1"/>
          </p:cNvSpPr>
          <p:nvPr>
            <p:ph idx="1"/>
          </p:nvPr>
        </p:nvSpPr>
        <p:spPr>
          <a:xfrm>
            <a:off x="710485" y="1597702"/>
            <a:ext cx="10108043" cy="4445289"/>
          </a:xfrm>
        </p:spPr>
        <p:txBody>
          <a:bodyPr vert="horz" lIns="91440" tIns="45720" rIns="91440" bIns="45720" rtlCol="0" anchor="t">
            <a:noAutofit/>
          </a:bodyPr>
          <a:lstStyle/>
          <a:p>
            <a:pPr marL="0" indent="0">
              <a:lnSpc>
                <a:spcPct val="150000"/>
              </a:lnSpc>
              <a:buNone/>
            </a:pPr>
            <a:r>
              <a:rPr lang="en-US" sz="2400" dirty="0">
                <a:solidFill>
                  <a:schemeClr val="accent1"/>
                </a:solidFill>
                <a:ea typeface="+mn-lt"/>
                <a:cs typeface="+mn-lt"/>
              </a:rPr>
              <a:t>E-commerce provides an easy way to sell products to a large customer base. However, there is a lot of competition among multiple e-commerce sites. When users land on an e-commerce site, they expect to find what they are looking for quickly and easily. Also, users are not sure about the brands or the actual products they want to purchase. They have a very broad idea about what they want to buy. The purpose of any e-commerce website is to help customers narrow down their broad ideas and enable them to finalize the products.</a:t>
            </a:r>
            <a:endParaRPr lang="en-US" sz="2400">
              <a:solidFill>
                <a:schemeClr val="accent1"/>
              </a:solidFill>
            </a:endParaRPr>
          </a:p>
          <a:p>
            <a:endParaRPr lang="en-US" dirty="0"/>
          </a:p>
        </p:txBody>
      </p:sp>
    </p:spTree>
    <p:extLst>
      <p:ext uri="{BB962C8B-B14F-4D97-AF65-F5344CB8AC3E}">
        <p14:creationId xmlns:p14="http://schemas.microsoft.com/office/powerpoint/2010/main" val="1605214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C8A22-9927-4B5C-A008-B26C22EB73D9}"/>
              </a:ext>
            </a:extLst>
          </p:cNvPr>
          <p:cNvSpPr>
            <a:spLocks noGrp="1"/>
          </p:cNvSpPr>
          <p:nvPr>
            <p:ph type="title"/>
          </p:nvPr>
        </p:nvSpPr>
        <p:spPr/>
        <p:txBody>
          <a:bodyPr/>
          <a:lstStyle/>
          <a:p>
            <a:pPr algn="ctr"/>
            <a:r>
              <a:rPr lang="en-US" dirty="0">
                <a:ea typeface="+mj-lt"/>
                <a:cs typeface="+mj-lt"/>
              </a:rPr>
              <a:t>SHORT DESCRIPTION</a:t>
            </a:r>
            <a:endParaRPr lang="en-US" dirty="0"/>
          </a:p>
        </p:txBody>
      </p:sp>
      <p:sp>
        <p:nvSpPr>
          <p:cNvPr id="3" name="Content Placeholder 2">
            <a:extLst>
              <a:ext uri="{FF2B5EF4-FFF2-40B4-BE49-F238E27FC236}">
                <a16:creationId xmlns:a16="http://schemas.microsoft.com/office/drawing/2014/main" id="{857AF674-CD2D-4CE7-9BC1-F58921EFCB72}"/>
              </a:ext>
            </a:extLst>
          </p:cNvPr>
          <p:cNvSpPr>
            <a:spLocks noGrp="1"/>
          </p:cNvSpPr>
          <p:nvPr>
            <p:ph idx="1"/>
          </p:nvPr>
        </p:nvSpPr>
        <p:spPr>
          <a:xfrm>
            <a:off x="288065" y="1717267"/>
            <a:ext cx="11617452" cy="5004380"/>
          </a:xfrm>
        </p:spPr>
        <p:txBody>
          <a:bodyPr vert="horz" lIns="91440" tIns="45720" rIns="91440" bIns="45720" rtlCol="0" anchor="t">
            <a:normAutofit/>
          </a:bodyPr>
          <a:lstStyle/>
          <a:p>
            <a:pPr marL="0" indent="0" algn="just">
              <a:buNone/>
            </a:pPr>
            <a:r>
              <a:rPr lang="en-US" sz="2400" dirty="0">
                <a:solidFill>
                  <a:schemeClr val="accent1"/>
                </a:solidFill>
              </a:rPr>
              <a:t>This project aims to develop an online shopping for customers with the goal so that it is very easy to shop things from a extensive number of online shopping site available on the web.</a:t>
            </a:r>
            <a:endParaRPr lang="en-US">
              <a:solidFill>
                <a:schemeClr val="accent1"/>
              </a:solidFill>
            </a:endParaRPr>
          </a:p>
          <a:p>
            <a:pPr marL="0" indent="0" algn="just">
              <a:buNone/>
            </a:pPr>
            <a:r>
              <a:rPr lang="en-US" sz="2400" dirty="0">
                <a:solidFill>
                  <a:schemeClr val="accent1"/>
                </a:solidFill>
              </a:rPr>
              <a:t>With the help of this you can carry out an online shopping from your home.</a:t>
            </a:r>
          </a:p>
          <a:p>
            <a:pPr marL="0" indent="0" algn="just">
              <a:buNone/>
            </a:pPr>
            <a:r>
              <a:rPr lang="en-US" sz="2400" dirty="0">
                <a:solidFill>
                  <a:schemeClr val="accent1"/>
                </a:solidFill>
              </a:rPr>
              <a:t>The perfect styles is designed for the users who wants to buy the products through these ecommerce website.</a:t>
            </a:r>
          </a:p>
          <a:p>
            <a:pPr marL="0" indent="0" algn="just">
              <a:buNone/>
            </a:pPr>
            <a:r>
              <a:rPr lang="en-US" sz="2400" dirty="0">
                <a:solidFill>
                  <a:schemeClr val="accent1"/>
                </a:solidFill>
              </a:rPr>
              <a:t>To get to this online shopping system all the customers will need to have a username and password to login proceed your shopping.</a:t>
            </a:r>
          </a:p>
          <a:p>
            <a:pPr marL="0" indent="0" algn="just">
              <a:buNone/>
            </a:pPr>
            <a:r>
              <a:rPr lang="en-US" sz="2400" dirty="0">
                <a:solidFill>
                  <a:schemeClr val="accent1"/>
                </a:solidFill>
              </a:rPr>
              <a:t>The login credentials for an online shopping strong and secure.</a:t>
            </a:r>
          </a:p>
          <a:p>
            <a:pPr marL="0" indent="0">
              <a:buNone/>
            </a:pPr>
            <a:endParaRPr lang="en-US" sz="2400" dirty="0">
              <a:solidFill>
                <a:schemeClr val="accent1"/>
              </a:solidFill>
            </a:endParaRPr>
          </a:p>
        </p:txBody>
      </p:sp>
    </p:spTree>
    <p:extLst>
      <p:ext uri="{BB962C8B-B14F-4D97-AF65-F5344CB8AC3E}">
        <p14:creationId xmlns:p14="http://schemas.microsoft.com/office/powerpoint/2010/main" val="1111975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5CF3C-04E0-487C-865F-D91CFBD2351A}"/>
              </a:ext>
            </a:extLst>
          </p:cNvPr>
          <p:cNvSpPr>
            <a:spLocks noGrp="1"/>
          </p:cNvSpPr>
          <p:nvPr>
            <p:ph type="title"/>
          </p:nvPr>
        </p:nvSpPr>
        <p:spPr/>
        <p:txBody>
          <a:bodyPr/>
          <a:lstStyle/>
          <a:p>
            <a:pPr algn="ctr"/>
            <a:r>
              <a:rPr lang="en-US" dirty="0"/>
              <a:t>MVC ARCHITECTURE</a:t>
            </a:r>
            <a:endParaRPr lang="en-US"/>
          </a:p>
        </p:txBody>
      </p:sp>
      <p:pic>
        <p:nvPicPr>
          <p:cNvPr id="4" name="Picture 4" descr="Diagram&#10;&#10;Description automatically generated">
            <a:extLst>
              <a:ext uri="{FF2B5EF4-FFF2-40B4-BE49-F238E27FC236}">
                <a16:creationId xmlns:a16="http://schemas.microsoft.com/office/drawing/2014/main" id="{61B1FB42-90EE-4EA9-9F07-12D5C7E193E2}"/>
              </a:ext>
            </a:extLst>
          </p:cNvPr>
          <p:cNvPicPr>
            <a:picLocks noGrp="1" noChangeAspect="1"/>
          </p:cNvPicPr>
          <p:nvPr>
            <p:ph idx="1"/>
          </p:nvPr>
        </p:nvPicPr>
        <p:blipFill>
          <a:blip r:embed="rId2"/>
          <a:stretch>
            <a:fillRect/>
          </a:stretch>
        </p:blipFill>
        <p:spPr>
          <a:xfrm>
            <a:off x="1753944" y="2372145"/>
            <a:ext cx="7679531" cy="3976686"/>
          </a:xfrm>
        </p:spPr>
      </p:pic>
      <p:sp>
        <p:nvSpPr>
          <p:cNvPr id="3" name="Title 1">
            <a:extLst>
              <a:ext uri="{FF2B5EF4-FFF2-40B4-BE49-F238E27FC236}">
                <a16:creationId xmlns:a16="http://schemas.microsoft.com/office/drawing/2014/main" id="{00524E67-E9BA-4675-956B-E82DE58F3A33}"/>
              </a:ext>
            </a:extLst>
          </p:cNvPr>
          <p:cNvSpPr txBox="1">
            <a:spLocks/>
          </p:cNvSpPr>
          <p:nvPr/>
        </p:nvSpPr>
        <p:spPr>
          <a:xfrm>
            <a:off x="1057656" y="1601659"/>
            <a:ext cx="8305000" cy="470413"/>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100000"/>
              </a:lnSpc>
              <a:spcBef>
                <a:spcPct val="0"/>
              </a:spcBef>
              <a:buNone/>
              <a:defRPr sz="4000" kern="1200">
                <a:solidFill>
                  <a:schemeClr val="accent2"/>
                </a:solidFill>
                <a:latin typeface="+mj-lt"/>
                <a:ea typeface="+mj-ea"/>
                <a:cs typeface="+mj-cs"/>
              </a:defRPr>
            </a:lvl1pPr>
          </a:lstStyle>
          <a:p>
            <a:pPr algn="ctr"/>
            <a:r>
              <a:rPr lang="en-US" dirty="0"/>
              <a:t>MVC ( Model, View, Controller)</a:t>
            </a:r>
            <a:endParaRPr lang="en-US"/>
          </a:p>
        </p:txBody>
      </p:sp>
    </p:spTree>
    <p:extLst>
      <p:ext uri="{BB962C8B-B14F-4D97-AF65-F5344CB8AC3E}">
        <p14:creationId xmlns:p14="http://schemas.microsoft.com/office/powerpoint/2010/main" val="3729700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ADC9A-61FB-486B-8D8C-C89BDC0B5044}"/>
              </a:ext>
            </a:extLst>
          </p:cNvPr>
          <p:cNvSpPr>
            <a:spLocks noGrp="1"/>
          </p:cNvSpPr>
          <p:nvPr>
            <p:ph type="title"/>
          </p:nvPr>
        </p:nvSpPr>
        <p:spPr/>
        <p:txBody>
          <a:bodyPr/>
          <a:lstStyle/>
          <a:p>
            <a:pPr algn="ctr"/>
            <a:r>
              <a:rPr lang="en-US" dirty="0"/>
              <a:t>TECHNOLOGY USED</a:t>
            </a:r>
            <a:endParaRPr lang="en-US"/>
          </a:p>
        </p:txBody>
      </p:sp>
      <p:sp>
        <p:nvSpPr>
          <p:cNvPr id="3" name="Content Placeholder 2">
            <a:extLst>
              <a:ext uri="{FF2B5EF4-FFF2-40B4-BE49-F238E27FC236}">
                <a16:creationId xmlns:a16="http://schemas.microsoft.com/office/drawing/2014/main" id="{C5C8E5FC-7E00-4E8A-B2E7-D741F525271A}"/>
              </a:ext>
            </a:extLst>
          </p:cNvPr>
          <p:cNvSpPr>
            <a:spLocks noGrp="1"/>
          </p:cNvSpPr>
          <p:nvPr>
            <p:ph idx="1"/>
          </p:nvPr>
        </p:nvSpPr>
        <p:spPr/>
        <p:txBody>
          <a:bodyPr vert="horz" lIns="91440" tIns="45720" rIns="91440" bIns="45720" rtlCol="0" anchor="t">
            <a:normAutofit/>
          </a:bodyPr>
          <a:lstStyle/>
          <a:p>
            <a:r>
              <a:rPr lang="en-US" sz="2400" dirty="0">
                <a:solidFill>
                  <a:schemeClr val="accent1"/>
                </a:solidFill>
              </a:rPr>
              <a:t>HTML</a:t>
            </a:r>
          </a:p>
          <a:p>
            <a:r>
              <a:rPr lang="en-US" sz="2400" dirty="0">
                <a:solidFill>
                  <a:schemeClr val="accent1"/>
                </a:solidFill>
              </a:rPr>
              <a:t>CSS</a:t>
            </a:r>
          </a:p>
          <a:p>
            <a:r>
              <a:rPr lang="en-US" sz="2400" dirty="0">
                <a:solidFill>
                  <a:schemeClr val="accent1"/>
                </a:solidFill>
              </a:rPr>
              <a:t>JAVA SCRIPT</a:t>
            </a:r>
            <a:endParaRPr lang="en-US" dirty="0">
              <a:solidFill>
                <a:schemeClr val="accent1"/>
              </a:solidFill>
            </a:endParaRPr>
          </a:p>
          <a:p>
            <a:r>
              <a:rPr lang="en-US" sz="2400" dirty="0">
                <a:solidFill>
                  <a:schemeClr val="accent1"/>
                </a:solidFill>
              </a:rPr>
              <a:t>JAVA</a:t>
            </a:r>
          </a:p>
          <a:p>
            <a:r>
              <a:rPr lang="en-US" sz="2400" dirty="0">
                <a:solidFill>
                  <a:schemeClr val="accent1"/>
                </a:solidFill>
              </a:rPr>
              <a:t>MY SQL</a:t>
            </a:r>
          </a:p>
          <a:p>
            <a:r>
              <a:rPr lang="en-US" sz="2400" dirty="0">
                <a:solidFill>
                  <a:schemeClr val="accent1"/>
                </a:solidFill>
              </a:rPr>
              <a:t>SPRING BOOT</a:t>
            </a:r>
          </a:p>
          <a:p>
            <a:endParaRPr lang="en-US" sz="2400" dirty="0">
              <a:solidFill>
                <a:schemeClr val="accent1"/>
              </a:solidFill>
            </a:endParaRPr>
          </a:p>
          <a:p>
            <a:endParaRPr lang="en-US" sz="2400" dirty="0">
              <a:solidFill>
                <a:schemeClr val="accent1"/>
              </a:solidFill>
            </a:endParaRPr>
          </a:p>
        </p:txBody>
      </p:sp>
    </p:spTree>
    <p:extLst>
      <p:ext uri="{BB962C8B-B14F-4D97-AF65-F5344CB8AC3E}">
        <p14:creationId xmlns:p14="http://schemas.microsoft.com/office/powerpoint/2010/main" val="1177309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F5FF7-3772-4500-A826-B79B55E1EB17}"/>
              </a:ext>
            </a:extLst>
          </p:cNvPr>
          <p:cNvSpPr>
            <a:spLocks noGrp="1"/>
          </p:cNvSpPr>
          <p:nvPr>
            <p:ph type="title"/>
          </p:nvPr>
        </p:nvSpPr>
        <p:spPr>
          <a:xfrm>
            <a:off x="830129" y="172105"/>
            <a:ext cx="9914859" cy="1329004"/>
          </a:xfrm>
        </p:spPr>
        <p:txBody>
          <a:bodyPr/>
          <a:lstStyle/>
          <a:p>
            <a:pPr algn="ctr"/>
            <a:r>
              <a:rPr lang="en-US" dirty="0"/>
              <a:t>SNAP SHOTS</a:t>
            </a:r>
          </a:p>
        </p:txBody>
      </p:sp>
      <p:pic>
        <p:nvPicPr>
          <p:cNvPr id="10" name="Picture 10" descr="Graphical user interface, website&#10;&#10;Description automatically generated">
            <a:extLst>
              <a:ext uri="{FF2B5EF4-FFF2-40B4-BE49-F238E27FC236}">
                <a16:creationId xmlns:a16="http://schemas.microsoft.com/office/drawing/2014/main" id="{3AC03BD8-1B2F-4168-8C35-E2C1A07B3E08}"/>
              </a:ext>
            </a:extLst>
          </p:cNvPr>
          <p:cNvPicPr>
            <a:picLocks noGrp="1" noChangeAspect="1"/>
          </p:cNvPicPr>
          <p:nvPr>
            <p:ph idx="1"/>
          </p:nvPr>
        </p:nvPicPr>
        <p:blipFill>
          <a:blip r:embed="rId2"/>
          <a:stretch>
            <a:fillRect/>
          </a:stretch>
        </p:blipFill>
        <p:spPr>
          <a:xfrm>
            <a:off x="6516726" y="2431642"/>
            <a:ext cx="5175301" cy="4123318"/>
          </a:xfrm>
        </p:spPr>
      </p:pic>
      <p:pic>
        <p:nvPicPr>
          <p:cNvPr id="11" name="Picture 11" descr="Graphical user interface, website&#10;&#10;Description automatically generated">
            <a:extLst>
              <a:ext uri="{FF2B5EF4-FFF2-40B4-BE49-F238E27FC236}">
                <a16:creationId xmlns:a16="http://schemas.microsoft.com/office/drawing/2014/main" id="{9581D36F-E34F-49C4-A6C4-2670CB597403}"/>
              </a:ext>
            </a:extLst>
          </p:cNvPr>
          <p:cNvPicPr>
            <a:picLocks noChangeAspect="1"/>
          </p:cNvPicPr>
          <p:nvPr/>
        </p:nvPicPr>
        <p:blipFill>
          <a:blip r:embed="rId3"/>
          <a:stretch>
            <a:fillRect/>
          </a:stretch>
        </p:blipFill>
        <p:spPr>
          <a:xfrm>
            <a:off x="711993" y="1275263"/>
            <a:ext cx="5243511" cy="4295566"/>
          </a:xfrm>
          <a:prstGeom prst="rect">
            <a:avLst/>
          </a:prstGeom>
        </p:spPr>
      </p:pic>
    </p:spTree>
    <p:extLst>
      <p:ext uri="{BB962C8B-B14F-4D97-AF65-F5344CB8AC3E}">
        <p14:creationId xmlns:p14="http://schemas.microsoft.com/office/powerpoint/2010/main" val="207172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F5FF7-3772-4500-A826-B79B55E1EB17}"/>
              </a:ext>
            </a:extLst>
          </p:cNvPr>
          <p:cNvSpPr>
            <a:spLocks noGrp="1"/>
          </p:cNvSpPr>
          <p:nvPr>
            <p:ph type="title"/>
          </p:nvPr>
        </p:nvSpPr>
        <p:spPr>
          <a:xfrm>
            <a:off x="830129" y="172105"/>
            <a:ext cx="9914859" cy="1329004"/>
          </a:xfrm>
        </p:spPr>
        <p:txBody>
          <a:bodyPr/>
          <a:lstStyle/>
          <a:p>
            <a:pPr algn="ctr"/>
            <a:r>
              <a:rPr lang="en-US" dirty="0"/>
              <a:t>SNAP SHOTS</a:t>
            </a:r>
          </a:p>
        </p:txBody>
      </p:sp>
      <p:pic>
        <p:nvPicPr>
          <p:cNvPr id="3" name="Picture 3" descr="Graphical user interface, application&#10;&#10;Description automatically generated">
            <a:extLst>
              <a:ext uri="{FF2B5EF4-FFF2-40B4-BE49-F238E27FC236}">
                <a16:creationId xmlns:a16="http://schemas.microsoft.com/office/drawing/2014/main" id="{5DCBF6E7-E3C9-4C66-B0ED-B3406672E617}"/>
              </a:ext>
            </a:extLst>
          </p:cNvPr>
          <p:cNvPicPr>
            <a:picLocks noChangeAspect="1"/>
          </p:cNvPicPr>
          <p:nvPr/>
        </p:nvPicPr>
        <p:blipFill>
          <a:blip r:embed="rId2"/>
          <a:stretch>
            <a:fillRect/>
          </a:stretch>
        </p:blipFill>
        <p:spPr>
          <a:xfrm>
            <a:off x="307181" y="1396256"/>
            <a:ext cx="5183982" cy="3601143"/>
          </a:xfrm>
          <a:prstGeom prst="rect">
            <a:avLst/>
          </a:prstGeom>
        </p:spPr>
      </p:pic>
      <p:pic>
        <p:nvPicPr>
          <p:cNvPr id="4" name="Picture 4" descr="Graphical user interface&#10;&#10;Description automatically generated">
            <a:extLst>
              <a:ext uri="{FF2B5EF4-FFF2-40B4-BE49-F238E27FC236}">
                <a16:creationId xmlns:a16="http://schemas.microsoft.com/office/drawing/2014/main" id="{15E94827-B868-47EE-82BB-069BA8381D46}"/>
              </a:ext>
            </a:extLst>
          </p:cNvPr>
          <p:cNvPicPr>
            <a:picLocks noChangeAspect="1"/>
          </p:cNvPicPr>
          <p:nvPr/>
        </p:nvPicPr>
        <p:blipFill>
          <a:blip r:embed="rId3"/>
          <a:stretch>
            <a:fillRect/>
          </a:stretch>
        </p:blipFill>
        <p:spPr>
          <a:xfrm>
            <a:off x="5705477" y="2120054"/>
            <a:ext cx="6041229" cy="4562276"/>
          </a:xfrm>
          <a:prstGeom prst="rect">
            <a:avLst/>
          </a:prstGeom>
        </p:spPr>
      </p:pic>
    </p:spTree>
    <p:extLst>
      <p:ext uri="{BB962C8B-B14F-4D97-AF65-F5344CB8AC3E}">
        <p14:creationId xmlns:p14="http://schemas.microsoft.com/office/powerpoint/2010/main" val="463309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5029D-61E4-4495-BDF7-D87A6E7EF439}"/>
              </a:ext>
            </a:extLst>
          </p:cNvPr>
          <p:cNvSpPr>
            <a:spLocks noGrp="1"/>
          </p:cNvSpPr>
          <p:nvPr>
            <p:ph type="title"/>
          </p:nvPr>
        </p:nvSpPr>
        <p:spPr/>
        <p:txBody>
          <a:bodyPr/>
          <a:lstStyle/>
          <a:p>
            <a:pPr algn="ctr"/>
            <a:r>
              <a:rPr lang="en-US" dirty="0"/>
              <a:t>CONCLUSION AND FUTURE ENHANCEMENT</a:t>
            </a:r>
            <a:endParaRPr lang="en-US"/>
          </a:p>
        </p:txBody>
      </p:sp>
      <p:sp>
        <p:nvSpPr>
          <p:cNvPr id="3" name="Content Placeholder 2">
            <a:extLst>
              <a:ext uri="{FF2B5EF4-FFF2-40B4-BE49-F238E27FC236}">
                <a16:creationId xmlns:a16="http://schemas.microsoft.com/office/drawing/2014/main" id="{83A47A95-D047-42EE-A7B6-F5FEE01E55EE}"/>
              </a:ext>
            </a:extLst>
          </p:cNvPr>
          <p:cNvSpPr>
            <a:spLocks noGrp="1"/>
          </p:cNvSpPr>
          <p:nvPr>
            <p:ph idx="1"/>
          </p:nvPr>
        </p:nvSpPr>
        <p:spPr>
          <a:xfrm>
            <a:off x="903668" y="3014377"/>
            <a:ext cx="9914860" cy="3028614"/>
          </a:xfrm>
        </p:spPr>
        <p:txBody>
          <a:bodyPr vert="horz" lIns="91440" tIns="45720" rIns="91440" bIns="45720" rtlCol="0" anchor="t">
            <a:normAutofit fontScale="92500" lnSpcReduction="20000"/>
          </a:bodyPr>
          <a:lstStyle/>
          <a:p>
            <a:pPr marL="0" indent="0">
              <a:buNone/>
            </a:pPr>
            <a:r>
              <a:rPr lang="en-US" sz="2400" dirty="0">
                <a:solidFill>
                  <a:schemeClr val="accent1"/>
                </a:solidFill>
              </a:rPr>
              <a:t>The online shopping portal gives user an experience to shop sitting at one place and exposure to the wide range of products at one website.</a:t>
            </a:r>
          </a:p>
          <a:p>
            <a:pPr marL="0" indent="0">
              <a:buNone/>
            </a:pPr>
            <a:r>
              <a:rPr lang="en-US" sz="2400" dirty="0">
                <a:solidFill>
                  <a:schemeClr val="accent1"/>
                </a:solidFill>
              </a:rPr>
              <a:t>We have used Html, </a:t>
            </a:r>
            <a:r>
              <a:rPr lang="en-US" sz="2400" dirty="0" err="1">
                <a:solidFill>
                  <a:schemeClr val="accent1"/>
                </a:solidFill>
              </a:rPr>
              <a:t>Css</a:t>
            </a:r>
            <a:r>
              <a:rPr lang="en-US" sz="2400" dirty="0">
                <a:solidFill>
                  <a:schemeClr val="accent1"/>
                </a:solidFill>
              </a:rPr>
              <a:t> and Java Script to design frontend.</a:t>
            </a:r>
          </a:p>
          <a:p>
            <a:pPr marL="0" indent="0">
              <a:buNone/>
            </a:pPr>
            <a:r>
              <a:rPr lang="en-US" sz="2400" dirty="0">
                <a:solidFill>
                  <a:schemeClr val="accent1"/>
                </a:solidFill>
              </a:rPr>
              <a:t>And also used Java, Spring Boot for the Backend.</a:t>
            </a:r>
          </a:p>
          <a:p>
            <a:pPr marL="0" indent="0">
              <a:buNone/>
            </a:pPr>
            <a:r>
              <a:rPr lang="en-US" sz="2400" dirty="0" err="1">
                <a:solidFill>
                  <a:schemeClr val="accent1"/>
                </a:solidFill>
              </a:rPr>
              <a:t>Mysql</a:t>
            </a:r>
            <a:r>
              <a:rPr lang="en-US" sz="2400" dirty="0">
                <a:solidFill>
                  <a:schemeClr val="accent1"/>
                </a:solidFill>
              </a:rPr>
              <a:t> for storing the data.</a:t>
            </a:r>
          </a:p>
          <a:p>
            <a:pPr marL="0" indent="0">
              <a:buNone/>
            </a:pPr>
            <a:r>
              <a:rPr lang="en-US" sz="2400" dirty="0">
                <a:solidFill>
                  <a:schemeClr val="accent1"/>
                </a:solidFill>
              </a:rPr>
              <a:t>The future enhancement is to make the website more secure, interactive and dynamic.</a:t>
            </a:r>
          </a:p>
        </p:txBody>
      </p:sp>
    </p:spTree>
    <p:extLst>
      <p:ext uri="{BB962C8B-B14F-4D97-AF65-F5344CB8AC3E}">
        <p14:creationId xmlns:p14="http://schemas.microsoft.com/office/powerpoint/2010/main" val="777599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4FA46-E244-4C1F-99A8-1D6D32E544FE}"/>
              </a:ext>
            </a:extLst>
          </p:cNvPr>
          <p:cNvSpPr>
            <a:spLocks noGrp="1"/>
          </p:cNvSpPr>
          <p:nvPr>
            <p:ph type="title"/>
          </p:nvPr>
        </p:nvSpPr>
        <p:spPr>
          <a:xfrm>
            <a:off x="937453" y="2672752"/>
            <a:ext cx="9914859" cy="1329004"/>
          </a:xfrm>
        </p:spPr>
        <p:txBody>
          <a:bodyPr/>
          <a:lstStyle/>
          <a:p>
            <a:pPr algn="ctr"/>
            <a:r>
              <a:rPr lang="en-US" dirty="0"/>
              <a:t>THANK  YOU</a:t>
            </a:r>
          </a:p>
        </p:txBody>
      </p:sp>
    </p:spTree>
    <p:extLst>
      <p:ext uri="{BB962C8B-B14F-4D97-AF65-F5344CB8AC3E}">
        <p14:creationId xmlns:p14="http://schemas.microsoft.com/office/powerpoint/2010/main" val="1106633964"/>
      </p:ext>
    </p:extLst>
  </p:cSld>
  <p:clrMapOvr>
    <a:masterClrMapping/>
  </p:clrMapOvr>
</p:sld>
</file>

<file path=ppt/theme/theme1.xml><?xml version="1.0" encoding="utf-8"?>
<a:theme xmlns:a="http://schemas.openxmlformats.org/drawingml/2006/main" name="ModOverlayVTI">
  <a:themeElements>
    <a:clrScheme name="Custom 50">
      <a:dk1>
        <a:sysClr val="windowText" lastClr="000000"/>
      </a:dk1>
      <a:lt1>
        <a:srgbClr val="F4F2EC"/>
      </a:lt1>
      <a:dk2>
        <a:srgbClr val="09283F"/>
      </a:dk2>
      <a:lt2>
        <a:srgbClr val="FFFFFF"/>
      </a:lt2>
      <a:accent1>
        <a:srgbClr val="3C9A8F"/>
      </a:accent1>
      <a:accent2>
        <a:srgbClr val="18818C"/>
      </a:accent2>
      <a:accent3>
        <a:srgbClr val="800A2F"/>
      </a:accent3>
      <a:accent4>
        <a:srgbClr val="F6635C"/>
      </a:accent4>
      <a:accent5>
        <a:srgbClr val="F48E7C"/>
      </a:accent5>
      <a:accent6>
        <a:srgbClr val="DA9D16"/>
      </a:accent6>
      <a:hlink>
        <a:srgbClr val="ED621D"/>
      </a:hlink>
      <a:folHlink>
        <a:srgbClr val="A18A6D"/>
      </a:folHlink>
    </a:clrScheme>
    <a:fontScheme name="Elephant Arial Nova Light">
      <a:majorFont>
        <a:latin typeface="Elephan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OverlayVTI" id="{85202D65-63D3-4793-A090-FA8DF18DC0BE}" vid="{91924FCD-E846-48AE-B233-F25A78D18B8D}"/>
    </a:ext>
  </a:extLst>
</a:theme>
</file>

<file path=docProps/app.xml><?xml version="1.0" encoding="utf-8"?>
<Properties xmlns="http://schemas.openxmlformats.org/officeDocument/2006/extended-properties" xmlns:vt="http://schemas.openxmlformats.org/officeDocument/2006/docPropsVTypes">
  <Template>Ion</Template>
  <TotalTime>0</TotalTime>
  <Words>0</Words>
  <Application>Microsoft Office PowerPoint</Application>
  <PresentationFormat>Widescreen</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ModOverlayVTI</vt:lpstr>
      <vt:lpstr>ONLINE SHOPPING PORTAL</vt:lpstr>
      <vt:lpstr>CONTENTS</vt:lpstr>
      <vt:lpstr>PROBLEM STATEMENT</vt:lpstr>
      <vt:lpstr>SHORT DESCRIPTION</vt:lpstr>
      <vt:lpstr>MVC ARCHITECTURE</vt:lpstr>
      <vt:lpstr>TECHNOLOGY USED</vt:lpstr>
      <vt:lpstr>SNAP SHOTS</vt:lpstr>
      <vt:lpstr>SNAP SHOTS</vt:lpstr>
      <vt:lpstr>CONCLUSION AND FUTURE ENHANCEMENT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400</cp:revision>
  <dcterms:created xsi:type="dcterms:W3CDTF">2021-11-15T15:00:09Z</dcterms:created>
  <dcterms:modified xsi:type="dcterms:W3CDTF">2021-11-16T05:31:39Z</dcterms:modified>
</cp:coreProperties>
</file>